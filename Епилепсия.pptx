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3"/>
  </p:notes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Среден стил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Среден стил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79048B-EC95-4FCF-BF06-89106E7DD365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C7972CA-07C2-46C3-9E94-02B1DE2F85CD}">
      <dgm:prSet/>
      <dgm:spPr/>
      <dgm:t>
        <a:bodyPr/>
        <a:lstStyle/>
        <a:p>
          <a:r>
            <a:rPr lang="bg-BG" dirty="0"/>
            <a:t>Какво е епилепсия?</a:t>
          </a:r>
          <a:endParaRPr lang="en-US" dirty="0"/>
        </a:p>
      </dgm:t>
    </dgm:pt>
    <dgm:pt modelId="{1284D9C9-8338-455B-ABF5-CF2CAC7F41CD}" type="parTrans" cxnId="{EEEB2CBA-8254-4CB0-9D0E-5332EA7D63AF}">
      <dgm:prSet/>
      <dgm:spPr/>
      <dgm:t>
        <a:bodyPr/>
        <a:lstStyle/>
        <a:p>
          <a:endParaRPr lang="en-US"/>
        </a:p>
      </dgm:t>
    </dgm:pt>
    <dgm:pt modelId="{5CB0BCDB-7186-4B9A-9331-2BD70A619220}" type="sibTrans" cxnId="{EEEB2CBA-8254-4CB0-9D0E-5332EA7D63AF}">
      <dgm:prSet/>
      <dgm:spPr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75A2E620-BE15-4D20-B9B2-47F689AE0C57}">
      <dgm:prSet/>
      <dgm:spPr/>
      <dgm:t>
        <a:bodyPr/>
        <a:lstStyle/>
        <a:p>
          <a:r>
            <a:rPr lang="bg-BG"/>
            <a:t>История на епилепсията</a:t>
          </a:r>
          <a:endParaRPr lang="en-US"/>
        </a:p>
      </dgm:t>
    </dgm:pt>
    <dgm:pt modelId="{3F00EE04-1C3A-4ACB-9699-F37F84DDAC07}" type="parTrans" cxnId="{779BAD66-4303-4411-8209-554715C111D7}">
      <dgm:prSet/>
      <dgm:spPr/>
      <dgm:t>
        <a:bodyPr/>
        <a:lstStyle/>
        <a:p>
          <a:endParaRPr lang="en-US"/>
        </a:p>
      </dgm:t>
    </dgm:pt>
    <dgm:pt modelId="{F1E9014D-F145-4395-8E16-2B64BDBB77C7}" type="sibTrans" cxnId="{779BAD66-4303-4411-8209-554715C111D7}">
      <dgm:prSet/>
      <dgm:spPr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83BD0D7D-AC9D-4CFD-AF07-5D3260B43612}">
      <dgm:prSet/>
      <dgm:spPr/>
      <dgm:t>
        <a:bodyPr/>
        <a:lstStyle/>
        <a:p>
          <a:r>
            <a:rPr lang="bg-BG" dirty="0"/>
            <a:t>Какво представлява епилептичния пристъп?</a:t>
          </a:r>
          <a:endParaRPr lang="en-US" dirty="0"/>
        </a:p>
      </dgm:t>
    </dgm:pt>
    <dgm:pt modelId="{450ADC4D-2364-46B0-93B5-07053E118503}" type="parTrans" cxnId="{A89A7A59-074D-49D7-90CD-516408CFDDD7}">
      <dgm:prSet/>
      <dgm:spPr/>
      <dgm:t>
        <a:bodyPr/>
        <a:lstStyle/>
        <a:p>
          <a:endParaRPr lang="en-US"/>
        </a:p>
      </dgm:t>
    </dgm:pt>
    <dgm:pt modelId="{B8218987-5753-4E82-BB96-D05007F9AFF3}" type="sibTrans" cxnId="{A89A7A59-074D-49D7-90CD-516408CFDDD7}">
      <dgm:prSet/>
      <dgm:spPr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563098D3-EE99-44C5-8D20-4C573C493134}">
      <dgm:prSet/>
      <dgm:spPr/>
      <dgm:t>
        <a:bodyPr/>
        <a:lstStyle/>
        <a:p>
          <a:r>
            <a:rPr lang="bg-BG"/>
            <a:t>Видове епилептични пристъпи</a:t>
          </a:r>
          <a:endParaRPr lang="en-US"/>
        </a:p>
      </dgm:t>
    </dgm:pt>
    <dgm:pt modelId="{10A0EB22-4681-419B-BC67-83B2D8F8788A}" type="parTrans" cxnId="{47655756-CADF-4A3C-8E51-8765C0D69E31}">
      <dgm:prSet/>
      <dgm:spPr/>
      <dgm:t>
        <a:bodyPr/>
        <a:lstStyle/>
        <a:p>
          <a:endParaRPr lang="en-US"/>
        </a:p>
      </dgm:t>
    </dgm:pt>
    <dgm:pt modelId="{E1FF8264-8813-40F3-8C16-170A64965E12}" type="sibTrans" cxnId="{47655756-CADF-4A3C-8E51-8765C0D69E31}">
      <dgm:prSet/>
      <dgm:spPr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AB16F265-3DD1-4B6E-BAF9-12FFF8B1B2C7}">
      <dgm:prSet/>
      <dgm:spPr/>
      <dgm:t>
        <a:bodyPr/>
        <a:lstStyle/>
        <a:p>
          <a:r>
            <a:rPr lang="en-US"/>
            <a:t>Причини </a:t>
          </a:r>
          <a:r>
            <a:rPr lang="bg-BG"/>
            <a:t>и рискови фактори</a:t>
          </a:r>
          <a:endParaRPr lang="en-US"/>
        </a:p>
      </dgm:t>
    </dgm:pt>
    <dgm:pt modelId="{4FFA89CA-AB4D-4BD6-9A2D-B1B7FF4D7183}" type="parTrans" cxnId="{F75DF540-1FCD-42CE-B5FF-A2E1DAA61974}">
      <dgm:prSet/>
      <dgm:spPr/>
      <dgm:t>
        <a:bodyPr/>
        <a:lstStyle/>
        <a:p>
          <a:endParaRPr lang="en-US"/>
        </a:p>
      </dgm:t>
    </dgm:pt>
    <dgm:pt modelId="{94975017-AEBB-43E6-A4FA-C823E40AA6DF}" type="sibTrans" cxnId="{F75DF540-1FCD-42CE-B5FF-A2E1DAA61974}">
      <dgm:prSet/>
      <dgm:spPr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C1350D8A-D204-4771-9BF1-4C3A5FCD8E30}">
      <dgm:prSet/>
      <dgm:spPr/>
      <dgm:t>
        <a:bodyPr/>
        <a:lstStyle/>
        <a:p>
          <a:r>
            <a:rPr lang="bg-BG"/>
            <a:t>Диагностика</a:t>
          </a:r>
          <a:endParaRPr lang="en-US"/>
        </a:p>
      </dgm:t>
    </dgm:pt>
    <dgm:pt modelId="{60C141AB-112B-412A-95A7-96C80EAE60AF}" type="parTrans" cxnId="{3B2B914B-B692-4143-A665-FDA96F6FB74D}">
      <dgm:prSet/>
      <dgm:spPr/>
      <dgm:t>
        <a:bodyPr/>
        <a:lstStyle/>
        <a:p>
          <a:endParaRPr lang="en-US"/>
        </a:p>
      </dgm:t>
    </dgm:pt>
    <dgm:pt modelId="{DEFDAB52-B239-4BA0-A3C4-E2BE71B2C9E5}" type="sibTrans" cxnId="{3B2B914B-B692-4143-A665-FDA96F6FB74D}">
      <dgm:prSet/>
      <dgm:spPr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FFBD674F-F67E-4CAD-B1A6-F0822A24AA7A}">
      <dgm:prSet/>
      <dgm:spPr/>
      <dgm:t>
        <a:bodyPr/>
        <a:lstStyle/>
        <a:p>
          <a:r>
            <a:rPr lang="bg-BG"/>
            <a:t>Лечение</a:t>
          </a:r>
          <a:endParaRPr lang="en-US"/>
        </a:p>
      </dgm:t>
    </dgm:pt>
    <dgm:pt modelId="{D94FC69F-478F-40F6-98F3-B0C4186C75FE}" type="parTrans" cxnId="{ECD83BCD-7EDC-4BAA-BF19-A795B87CFC5D}">
      <dgm:prSet/>
      <dgm:spPr/>
      <dgm:t>
        <a:bodyPr/>
        <a:lstStyle/>
        <a:p>
          <a:endParaRPr lang="en-US"/>
        </a:p>
      </dgm:t>
    </dgm:pt>
    <dgm:pt modelId="{CB02A47F-1F2A-4331-8D90-FBDBCF6F4DFF}" type="sibTrans" cxnId="{ECD83BCD-7EDC-4BAA-BF19-A795B87CFC5D}">
      <dgm:prSet/>
      <dgm:spPr/>
      <dgm:t>
        <a:bodyPr/>
        <a:lstStyle/>
        <a:p>
          <a:endParaRPr lang="en-US"/>
        </a:p>
      </dgm:t>
    </dgm:pt>
    <dgm:pt modelId="{A459CF72-F576-4EC0-B669-19DFE2852AEA}" type="pres">
      <dgm:prSet presAssocID="{0379048B-EC95-4FCF-BF06-89106E7DD365}" presName="Name0" presStyleCnt="0">
        <dgm:presLayoutVars>
          <dgm:dir/>
          <dgm:resizeHandles val="exact"/>
        </dgm:presLayoutVars>
      </dgm:prSet>
      <dgm:spPr/>
    </dgm:pt>
    <dgm:pt modelId="{EED09B69-8E8F-4752-81ED-8969F5F15A41}" type="pres">
      <dgm:prSet presAssocID="{3C7972CA-07C2-46C3-9E94-02B1DE2F85CD}" presName="node" presStyleLbl="node1" presStyleIdx="0" presStyleCnt="7">
        <dgm:presLayoutVars>
          <dgm:bulletEnabled val="1"/>
        </dgm:presLayoutVars>
      </dgm:prSet>
      <dgm:spPr/>
    </dgm:pt>
    <dgm:pt modelId="{A4DC8D3C-212D-4B27-B03A-0F234B8F36BC}" type="pres">
      <dgm:prSet presAssocID="{5CB0BCDB-7186-4B9A-9331-2BD70A619220}" presName="sibTrans" presStyleLbl="sibTrans1D1" presStyleIdx="0" presStyleCnt="6"/>
      <dgm:spPr/>
    </dgm:pt>
    <dgm:pt modelId="{3D7D40F2-42AE-4928-B955-E3BDDCF704D2}" type="pres">
      <dgm:prSet presAssocID="{5CB0BCDB-7186-4B9A-9331-2BD70A619220}" presName="connectorText" presStyleLbl="sibTrans1D1" presStyleIdx="0" presStyleCnt="6"/>
      <dgm:spPr/>
    </dgm:pt>
    <dgm:pt modelId="{FF3BC2A3-53FC-4ACE-BC5C-1C28471BE2AC}" type="pres">
      <dgm:prSet presAssocID="{75A2E620-BE15-4D20-B9B2-47F689AE0C57}" presName="node" presStyleLbl="node1" presStyleIdx="1" presStyleCnt="7">
        <dgm:presLayoutVars>
          <dgm:bulletEnabled val="1"/>
        </dgm:presLayoutVars>
      </dgm:prSet>
      <dgm:spPr/>
    </dgm:pt>
    <dgm:pt modelId="{7E37D582-E77E-4E24-A5AD-C939E1F2438D}" type="pres">
      <dgm:prSet presAssocID="{F1E9014D-F145-4395-8E16-2B64BDBB77C7}" presName="sibTrans" presStyleLbl="sibTrans1D1" presStyleIdx="1" presStyleCnt="6"/>
      <dgm:spPr/>
    </dgm:pt>
    <dgm:pt modelId="{67552540-7CCE-40C3-9940-06FC36ACB709}" type="pres">
      <dgm:prSet presAssocID="{F1E9014D-F145-4395-8E16-2B64BDBB77C7}" presName="connectorText" presStyleLbl="sibTrans1D1" presStyleIdx="1" presStyleCnt="6"/>
      <dgm:spPr/>
    </dgm:pt>
    <dgm:pt modelId="{FDFB8B76-7290-4D21-A378-ADD08D65EE33}" type="pres">
      <dgm:prSet presAssocID="{83BD0D7D-AC9D-4CFD-AF07-5D3260B43612}" presName="node" presStyleLbl="node1" presStyleIdx="2" presStyleCnt="7">
        <dgm:presLayoutVars>
          <dgm:bulletEnabled val="1"/>
        </dgm:presLayoutVars>
      </dgm:prSet>
      <dgm:spPr/>
    </dgm:pt>
    <dgm:pt modelId="{A5179632-AA40-40E9-A317-047C2D21357E}" type="pres">
      <dgm:prSet presAssocID="{B8218987-5753-4E82-BB96-D05007F9AFF3}" presName="sibTrans" presStyleLbl="sibTrans1D1" presStyleIdx="2" presStyleCnt="6"/>
      <dgm:spPr/>
    </dgm:pt>
    <dgm:pt modelId="{99E22BDE-DE63-4BBB-AD3E-CD5FE3EB6ADA}" type="pres">
      <dgm:prSet presAssocID="{B8218987-5753-4E82-BB96-D05007F9AFF3}" presName="connectorText" presStyleLbl="sibTrans1D1" presStyleIdx="2" presStyleCnt="6"/>
      <dgm:spPr/>
    </dgm:pt>
    <dgm:pt modelId="{D1FF0C38-65E1-4CD6-9322-CD632BD6207F}" type="pres">
      <dgm:prSet presAssocID="{563098D3-EE99-44C5-8D20-4C573C493134}" presName="node" presStyleLbl="node1" presStyleIdx="3" presStyleCnt="7">
        <dgm:presLayoutVars>
          <dgm:bulletEnabled val="1"/>
        </dgm:presLayoutVars>
      </dgm:prSet>
      <dgm:spPr/>
    </dgm:pt>
    <dgm:pt modelId="{AFA4F812-804D-4ACE-A575-69A99433F309}" type="pres">
      <dgm:prSet presAssocID="{E1FF8264-8813-40F3-8C16-170A64965E12}" presName="sibTrans" presStyleLbl="sibTrans1D1" presStyleIdx="3" presStyleCnt="6"/>
      <dgm:spPr/>
    </dgm:pt>
    <dgm:pt modelId="{11D8ED03-CDC8-4BE2-AE12-D2536016EC5E}" type="pres">
      <dgm:prSet presAssocID="{E1FF8264-8813-40F3-8C16-170A64965E12}" presName="connectorText" presStyleLbl="sibTrans1D1" presStyleIdx="3" presStyleCnt="6"/>
      <dgm:spPr/>
    </dgm:pt>
    <dgm:pt modelId="{83B095CF-C23E-4B8E-83EF-ED29F6EFB0DF}" type="pres">
      <dgm:prSet presAssocID="{AB16F265-3DD1-4B6E-BAF9-12FFF8B1B2C7}" presName="node" presStyleLbl="node1" presStyleIdx="4" presStyleCnt="7">
        <dgm:presLayoutVars>
          <dgm:bulletEnabled val="1"/>
        </dgm:presLayoutVars>
      </dgm:prSet>
      <dgm:spPr/>
    </dgm:pt>
    <dgm:pt modelId="{D3B5CFC0-AC87-4456-A884-66C90DCB7386}" type="pres">
      <dgm:prSet presAssocID="{94975017-AEBB-43E6-A4FA-C823E40AA6DF}" presName="sibTrans" presStyleLbl="sibTrans1D1" presStyleIdx="4" presStyleCnt="6"/>
      <dgm:spPr/>
    </dgm:pt>
    <dgm:pt modelId="{54775484-DE4F-46FC-9AC3-F3D9AD91323B}" type="pres">
      <dgm:prSet presAssocID="{94975017-AEBB-43E6-A4FA-C823E40AA6DF}" presName="connectorText" presStyleLbl="sibTrans1D1" presStyleIdx="4" presStyleCnt="6"/>
      <dgm:spPr/>
    </dgm:pt>
    <dgm:pt modelId="{7A3CFBD5-D0A7-40A8-B08D-F0619743FFB5}" type="pres">
      <dgm:prSet presAssocID="{C1350D8A-D204-4771-9BF1-4C3A5FCD8E30}" presName="node" presStyleLbl="node1" presStyleIdx="5" presStyleCnt="7">
        <dgm:presLayoutVars>
          <dgm:bulletEnabled val="1"/>
        </dgm:presLayoutVars>
      </dgm:prSet>
      <dgm:spPr/>
    </dgm:pt>
    <dgm:pt modelId="{B4538AFF-BA99-4B26-BB9C-C44E2F830625}" type="pres">
      <dgm:prSet presAssocID="{DEFDAB52-B239-4BA0-A3C4-E2BE71B2C9E5}" presName="sibTrans" presStyleLbl="sibTrans1D1" presStyleIdx="5" presStyleCnt="6"/>
      <dgm:spPr/>
    </dgm:pt>
    <dgm:pt modelId="{952C99F9-A361-4A6E-9C72-8917DE86B881}" type="pres">
      <dgm:prSet presAssocID="{DEFDAB52-B239-4BA0-A3C4-E2BE71B2C9E5}" presName="connectorText" presStyleLbl="sibTrans1D1" presStyleIdx="5" presStyleCnt="6"/>
      <dgm:spPr/>
    </dgm:pt>
    <dgm:pt modelId="{997F6029-5F3A-4DBD-9F7C-0620B57474B5}" type="pres">
      <dgm:prSet presAssocID="{FFBD674F-F67E-4CAD-B1A6-F0822A24AA7A}" presName="node" presStyleLbl="node1" presStyleIdx="6" presStyleCnt="7">
        <dgm:presLayoutVars>
          <dgm:bulletEnabled val="1"/>
        </dgm:presLayoutVars>
      </dgm:prSet>
      <dgm:spPr/>
    </dgm:pt>
  </dgm:ptLst>
  <dgm:cxnLst>
    <dgm:cxn modelId="{7614F60D-7051-4696-ADD3-F12F8A12C339}" type="presOf" srcId="{5CB0BCDB-7186-4B9A-9331-2BD70A619220}" destId="{3D7D40F2-42AE-4928-B955-E3BDDCF704D2}" srcOrd="1" destOrd="0" presId="urn:microsoft.com/office/officeart/2016/7/layout/RepeatingBendingProcessNew"/>
    <dgm:cxn modelId="{5C4EFB11-0FAA-4221-AA07-C77F38792779}" type="presOf" srcId="{F1E9014D-F145-4395-8E16-2B64BDBB77C7}" destId="{67552540-7CCE-40C3-9940-06FC36ACB709}" srcOrd="1" destOrd="0" presId="urn:microsoft.com/office/officeart/2016/7/layout/RepeatingBendingProcessNew"/>
    <dgm:cxn modelId="{DCD0EF19-E4E6-47C4-980E-195650D66685}" type="presOf" srcId="{E1FF8264-8813-40F3-8C16-170A64965E12}" destId="{AFA4F812-804D-4ACE-A575-69A99433F309}" srcOrd="0" destOrd="0" presId="urn:microsoft.com/office/officeart/2016/7/layout/RepeatingBendingProcessNew"/>
    <dgm:cxn modelId="{7A7BD01A-9A6B-4AA3-A9D2-F2B5186E2FDC}" type="presOf" srcId="{94975017-AEBB-43E6-A4FA-C823E40AA6DF}" destId="{D3B5CFC0-AC87-4456-A884-66C90DCB7386}" srcOrd="0" destOrd="0" presId="urn:microsoft.com/office/officeart/2016/7/layout/RepeatingBendingProcessNew"/>
    <dgm:cxn modelId="{735D6B21-2844-4610-A703-1619C36F0DD3}" type="presOf" srcId="{5CB0BCDB-7186-4B9A-9331-2BD70A619220}" destId="{A4DC8D3C-212D-4B27-B03A-0F234B8F36BC}" srcOrd="0" destOrd="0" presId="urn:microsoft.com/office/officeart/2016/7/layout/RepeatingBendingProcessNew"/>
    <dgm:cxn modelId="{F75DF540-1FCD-42CE-B5FF-A2E1DAA61974}" srcId="{0379048B-EC95-4FCF-BF06-89106E7DD365}" destId="{AB16F265-3DD1-4B6E-BAF9-12FFF8B1B2C7}" srcOrd="4" destOrd="0" parTransId="{4FFA89CA-AB4D-4BD6-9A2D-B1B7FF4D7183}" sibTransId="{94975017-AEBB-43E6-A4FA-C823E40AA6DF}"/>
    <dgm:cxn modelId="{BC10035C-B343-4C7C-9EBD-584C55E7F9E1}" type="presOf" srcId="{AB16F265-3DD1-4B6E-BAF9-12FFF8B1B2C7}" destId="{83B095CF-C23E-4B8E-83EF-ED29F6EFB0DF}" srcOrd="0" destOrd="0" presId="urn:microsoft.com/office/officeart/2016/7/layout/RepeatingBendingProcessNew"/>
    <dgm:cxn modelId="{779BAD66-4303-4411-8209-554715C111D7}" srcId="{0379048B-EC95-4FCF-BF06-89106E7DD365}" destId="{75A2E620-BE15-4D20-B9B2-47F689AE0C57}" srcOrd="1" destOrd="0" parTransId="{3F00EE04-1C3A-4ACB-9699-F37F84DDAC07}" sibTransId="{F1E9014D-F145-4395-8E16-2B64BDBB77C7}"/>
    <dgm:cxn modelId="{81D52349-85C4-4F00-B429-F07B83FCB59F}" type="presOf" srcId="{94975017-AEBB-43E6-A4FA-C823E40AA6DF}" destId="{54775484-DE4F-46FC-9AC3-F3D9AD91323B}" srcOrd="1" destOrd="0" presId="urn:microsoft.com/office/officeart/2016/7/layout/RepeatingBendingProcessNew"/>
    <dgm:cxn modelId="{0163776A-012B-47D5-A677-DC7A40B0047E}" type="presOf" srcId="{C1350D8A-D204-4771-9BF1-4C3A5FCD8E30}" destId="{7A3CFBD5-D0A7-40A8-B08D-F0619743FFB5}" srcOrd="0" destOrd="0" presId="urn:microsoft.com/office/officeart/2016/7/layout/RepeatingBendingProcessNew"/>
    <dgm:cxn modelId="{3B2B914B-B692-4143-A665-FDA96F6FB74D}" srcId="{0379048B-EC95-4FCF-BF06-89106E7DD365}" destId="{C1350D8A-D204-4771-9BF1-4C3A5FCD8E30}" srcOrd="5" destOrd="0" parTransId="{60C141AB-112B-412A-95A7-96C80EAE60AF}" sibTransId="{DEFDAB52-B239-4BA0-A3C4-E2BE71B2C9E5}"/>
    <dgm:cxn modelId="{21044D53-26E6-408C-8A67-D9661E083A91}" type="presOf" srcId="{DEFDAB52-B239-4BA0-A3C4-E2BE71B2C9E5}" destId="{B4538AFF-BA99-4B26-BB9C-C44E2F830625}" srcOrd="0" destOrd="0" presId="urn:microsoft.com/office/officeart/2016/7/layout/RepeatingBendingProcessNew"/>
    <dgm:cxn modelId="{9F82FA54-A591-499C-938C-B6CE21926BEF}" type="presOf" srcId="{75A2E620-BE15-4D20-B9B2-47F689AE0C57}" destId="{FF3BC2A3-53FC-4ACE-BC5C-1C28471BE2AC}" srcOrd="0" destOrd="0" presId="urn:microsoft.com/office/officeart/2016/7/layout/RepeatingBendingProcessNew"/>
    <dgm:cxn modelId="{80F37455-4FB3-4791-8CFA-05B1BDB05EBA}" type="presOf" srcId="{83BD0D7D-AC9D-4CFD-AF07-5D3260B43612}" destId="{FDFB8B76-7290-4D21-A378-ADD08D65EE33}" srcOrd="0" destOrd="0" presId="urn:microsoft.com/office/officeart/2016/7/layout/RepeatingBendingProcessNew"/>
    <dgm:cxn modelId="{47655756-CADF-4A3C-8E51-8765C0D69E31}" srcId="{0379048B-EC95-4FCF-BF06-89106E7DD365}" destId="{563098D3-EE99-44C5-8D20-4C573C493134}" srcOrd="3" destOrd="0" parTransId="{10A0EB22-4681-419B-BC67-83B2D8F8788A}" sibTransId="{E1FF8264-8813-40F3-8C16-170A64965E12}"/>
    <dgm:cxn modelId="{A89A7A59-074D-49D7-90CD-516408CFDDD7}" srcId="{0379048B-EC95-4FCF-BF06-89106E7DD365}" destId="{83BD0D7D-AC9D-4CFD-AF07-5D3260B43612}" srcOrd="2" destOrd="0" parTransId="{450ADC4D-2364-46B0-93B5-07053E118503}" sibTransId="{B8218987-5753-4E82-BB96-D05007F9AFF3}"/>
    <dgm:cxn modelId="{62D61186-68BA-42EE-8213-9B48FB1A664D}" type="presOf" srcId="{F1E9014D-F145-4395-8E16-2B64BDBB77C7}" destId="{7E37D582-E77E-4E24-A5AD-C939E1F2438D}" srcOrd="0" destOrd="0" presId="urn:microsoft.com/office/officeart/2016/7/layout/RepeatingBendingProcessNew"/>
    <dgm:cxn modelId="{B7374989-0AC2-41F5-9B0D-56112EFC8619}" type="presOf" srcId="{B8218987-5753-4E82-BB96-D05007F9AFF3}" destId="{99E22BDE-DE63-4BBB-AD3E-CD5FE3EB6ADA}" srcOrd="1" destOrd="0" presId="urn:microsoft.com/office/officeart/2016/7/layout/RepeatingBendingProcessNew"/>
    <dgm:cxn modelId="{39F93A8B-3441-4D1E-8798-D4AFA7A21035}" type="presOf" srcId="{DEFDAB52-B239-4BA0-A3C4-E2BE71B2C9E5}" destId="{952C99F9-A361-4A6E-9C72-8917DE86B881}" srcOrd="1" destOrd="0" presId="urn:microsoft.com/office/officeart/2016/7/layout/RepeatingBendingProcessNew"/>
    <dgm:cxn modelId="{5D46418E-4244-4D38-B9F4-CA412CDEFF49}" type="presOf" srcId="{E1FF8264-8813-40F3-8C16-170A64965E12}" destId="{11D8ED03-CDC8-4BE2-AE12-D2536016EC5E}" srcOrd="1" destOrd="0" presId="urn:microsoft.com/office/officeart/2016/7/layout/RepeatingBendingProcessNew"/>
    <dgm:cxn modelId="{EEEB2CBA-8254-4CB0-9D0E-5332EA7D63AF}" srcId="{0379048B-EC95-4FCF-BF06-89106E7DD365}" destId="{3C7972CA-07C2-46C3-9E94-02B1DE2F85CD}" srcOrd="0" destOrd="0" parTransId="{1284D9C9-8338-455B-ABF5-CF2CAC7F41CD}" sibTransId="{5CB0BCDB-7186-4B9A-9331-2BD70A619220}"/>
    <dgm:cxn modelId="{1A0A37BA-5685-49A3-B1CD-4AC9C217FEFB}" type="presOf" srcId="{563098D3-EE99-44C5-8D20-4C573C493134}" destId="{D1FF0C38-65E1-4CD6-9322-CD632BD6207F}" srcOrd="0" destOrd="0" presId="urn:microsoft.com/office/officeart/2016/7/layout/RepeatingBendingProcessNew"/>
    <dgm:cxn modelId="{3B36F9C0-C645-4049-AC1C-BE0C95E10E33}" type="presOf" srcId="{0379048B-EC95-4FCF-BF06-89106E7DD365}" destId="{A459CF72-F576-4EC0-B669-19DFE2852AEA}" srcOrd="0" destOrd="0" presId="urn:microsoft.com/office/officeart/2016/7/layout/RepeatingBendingProcessNew"/>
    <dgm:cxn modelId="{DEE672C1-09AE-4F07-9603-0F0F945CB9D0}" type="presOf" srcId="{FFBD674F-F67E-4CAD-B1A6-F0822A24AA7A}" destId="{997F6029-5F3A-4DBD-9F7C-0620B57474B5}" srcOrd="0" destOrd="0" presId="urn:microsoft.com/office/officeart/2016/7/layout/RepeatingBendingProcessNew"/>
    <dgm:cxn modelId="{ECD83BCD-7EDC-4BAA-BF19-A795B87CFC5D}" srcId="{0379048B-EC95-4FCF-BF06-89106E7DD365}" destId="{FFBD674F-F67E-4CAD-B1A6-F0822A24AA7A}" srcOrd="6" destOrd="0" parTransId="{D94FC69F-478F-40F6-98F3-B0C4186C75FE}" sibTransId="{CB02A47F-1F2A-4331-8D90-FBDBCF6F4DFF}"/>
    <dgm:cxn modelId="{B81C04D2-4A4F-4F61-BBE3-8BEA9F4E08ED}" type="presOf" srcId="{B8218987-5753-4E82-BB96-D05007F9AFF3}" destId="{A5179632-AA40-40E9-A317-047C2D21357E}" srcOrd="0" destOrd="0" presId="urn:microsoft.com/office/officeart/2016/7/layout/RepeatingBendingProcessNew"/>
    <dgm:cxn modelId="{77DAC2DD-677E-428F-9CA3-B16F0EA2A73D}" type="presOf" srcId="{3C7972CA-07C2-46C3-9E94-02B1DE2F85CD}" destId="{EED09B69-8E8F-4752-81ED-8969F5F15A41}" srcOrd="0" destOrd="0" presId="urn:microsoft.com/office/officeart/2016/7/layout/RepeatingBendingProcessNew"/>
    <dgm:cxn modelId="{CC98B1A1-BC1B-45D5-8E52-9C28809C5A23}" type="presParOf" srcId="{A459CF72-F576-4EC0-B669-19DFE2852AEA}" destId="{EED09B69-8E8F-4752-81ED-8969F5F15A41}" srcOrd="0" destOrd="0" presId="urn:microsoft.com/office/officeart/2016/7/layout/RepeatingBendingProcessNew"/>
    <dgm:cxn modelId="{29A99A5D-95D6-4F21-90A1-06E8E0B9F7A7}" type="presParOf" srcId="{A459CF72-F576-4EC0-B669-19DFE2852AEA}" destId="{A4DC8D3C-212D-4B27-B03A-0F234B8F36BC}" srcOrd="1" destOrd="0" presId="urn:microsoft.com/office/officeart/2016/7/layout/RepeatingBendingProcessNew"/>
    <dgm:cxn modelId="{8D0465CC-BF99-4DF5-82BB-254440B3A79C}" type="presParOf" srcId="{A4DC8D3C-212D-4B27-B03A-0F234B8F36BC}" destId="{3D7D40F2-42AE-4928-B955-E3BDDCF704D2}" srcOrd="0" destOrd="0" presId="urn:microsoft.com/office/officeart/2016/7/layout/RepeatingBendingProcessNew"/>
    <dgm:cxn modelId="{CD4A535B-30E3-49C5-80A9-39569ED5B33A}" type="presParOf" srcId="{A459CF72-F576-4EC0-B669-19DFE2852AEA}" destId="{FF3BC2A3-53FC-4ACE-BC5C-1C28471BE2AC}" srcOrd="2" destOrd="0" presId="urn:microsoft.com/office/officeart/2016/7/layout/RepeatingBendingProcessNew"/>
    <dgm:cxn modelId="{81EA03FE-D628-4A65-B1F5-3494B1CA085D}" type="presParOf" srcId="{A459CF72-F576-4EC0-B669-19DFE2852AEA}" destId="{7E37D582-E77E-4E24-A5AD-C939E1F2438D}" srcOrd="3" destOrd="0" presId="urn:microsoft.com/office/officeart/2016/7/layout/RepeatingBendingProcessNew"/>
    <dgm:cxn modelId="{F9FF9832-B902-4D31-AB3E-E44A84518466}" type="presParOf" srcId="{7E37D582-E77E-4E24-A5AD-C939E1F2438D}" destId="{67552540-7CCE-40C3-9940-06FC36ACB709}" srcOrd="0" destOrd="0" presId="urn:microsoft.com/office/officeart/2016/7/layout/RepeatingBendingProcessNew"/>
    <dgm:cxn modelId="{E8936DD2-CB36-470E-ABB0-51779299BC38}" type="presParOf" srcId="{A459CF72-F576-4EC0-B669-19DFE2852AEA}" destId="{FDFB8B76-7290-4D21-A378-ADD08D65EE33}" srcOrd="4" destOrd="0" presId="urn:microsoft.com/office/officeart/2016/7/layout/RepeatingBendingProcessNew"/>
    <dgm:cxn modelId="{47904582-5606-45DD-81BC-B10F30A6AFA8}" type="presParOf" srcId="{A459CF72-F576-4EC0-B669-19DFE2852AEA}" destId="{A5179632-AA40-40E9-A317-047C2D21357E}" srcOrd="5" destOrd="0" presId="urn:microsoft.com/office/officeart/2016/7/layout/RepeatingBendingProcessNew"/>
    <dgm:cxn modelId="{B55A304B-0450-4502-AE89-A4B17CC84ECF}" type="presParOf" srcId="{A5179632-AA40-40E9-A317-047C2D21357E}" destId="{99E22BDE-DE63-4BBB-AD3E-CD5FE3EB6ADA}" srcOrd="0" destOrd="0" presId="urn:microsoft.com/office/officeart/2016/7/layout/RepeatingBendingProcessNew"/>
    <dgm:cxn modelId="{EBCD1712-7ACE-4F21-8503-EDF703B7B825}" type="presParOf" srcId="{A459CF72-F576-4EC0-B669-19DFE2852AEA}" destId="{D1FF0C38-65E1-4CD6-9322-CD632BD6207F}" srcOrd="6" destOrd="0" presId="urn:microsoft.com/office/officeart/2016/7/layout/RepeatingBendingProcessNew"/>
    <dgm:cxn modelId="{E5E28393-F8E1-4B32-8828-EFF1F832AD39}" type="presParOf" srcId="{A459CF72-F576-4EC0-B669-19DFE2852AEA}" destId="{AFA4F812-804D-4ACE-A575-69A99433F309}" srcOrd="7" destOrd="0" presId="urn:microsoft.com/office/officeart/2016/7/layout/RepeatingBendingProcessNew"/>
    <dgm:cxn modelId="{406EA561-C26F-407E-A01D-B5E138490B66}" type="presParOf" srcId="{AFA4F812-804D-4ACE-A575-69A99433F309}" destId="{11D8ED03-CDC8-4BE2-AE12-D2536016EC5E}" srcOrd="0" destOrd="0" presId="urn:microsoft.com/office/officeart/2016/7/layout/RepeatingBendingProcessNew"/>
    <dgm:cxn modelId="{B19C9EE1-F3C4-4502-A1E7-C8E4E7F3E1E5}" type="presParOf" srcId="{A459CF72-F576-4EC0-B669-19DFE2852AEA}" destId="{83B095CF-C23E-4B8E-83EF-ED29F6EFB0DF}" srcOrd="8" destOrd="0" presId="urn:microsoft.com/office/officeart/2016/7/layout/RepeatingBendingProcessNew"/>
    <dgm:cxn modelId="{568BAC60-14B2-4524-81D2-8443B552530E}" type="presParOf" srcId="{A459CF72-F576-4EC0-B669-19DFE2852AEA}" destId="{D3B5CFC0-AC87-4456-A884-66C90DCB7386}" srcOrd="9" destOrd="0" presId="urn:microsoft.com/office/officeart/2016/7/layout/RepeatingBendingProcessNew"/>
    <dgm:cxn modelId="{652E6908-562C-4ED4-B385-D01D93579EE3}" type="presParOf" srcId="{D3B5CFC0-AC87-4456-A884-66C90DCB7386}" destId="{54775484-DE4F-46FC-9AC3-F3D9AD91323B}" srcOrd="0" destOrd="0" presId="urn:microsoft.com/office/officeart/2016/7/layout/RepeatingBendingProcessNew"/>
    <dgm:cxn modelId="{F08474F4-5F6F-46C1-9C28-6061E30C53E3}" type="presParOf" srcId="{A459CF72-F576-4EC0-B669-19DFE2852AEA}" destId="{7A3CFBD5-D0A7-40A8-B08D-F0619743FFB5}" srcOrd="10" destOrd="0" presId="urn:microsoft.com/office/officeart/2016/7/layout/RepeatingBendingProcessNew"/>
    <dgm:cxn modelId="{C9CE3DEE-E466-4835-B77B-A15868E961F4}" type="presParOf" srcId="{A459CF72-F576-4EC0-B669-19DFE2852AEA}" destId="{B4538AFF-BA99-4B26-BB9C-C44E2F830625}" srcOrd="11" destOrd="0" presId="urn:microsoft.com/office/officeart/2016/7/layout/RepeatingBendingProcessNew"/>
    <dgm:cxn modelId="{4614BBAD-CE32-4309-8681-D10FFA9184E2}" type="presParOf" srcId="{B4538AFF-BA99-4B26-BB9C-C44E2F830625}" destId="{952C99F9-A361-4A6E-9C72-8917DE86B881}" srcOrd="0" destOrd="0" presId="urn:microsoft.com/office/officeart/2016/7/layout/RepeatingBendingProcessNew"/>
    <dgm:cxn modelId="{85539FBC-C774-4D8B-BE2C-DCF8C44A4B36}" type="presParOf" srcId="{A459CF72-F576-4EC0-B669-19DFE2852AEA}" destId="{997F6029-5F3A-4DBD-9F7C-0620B57474B5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8E40A3-E3DE-4C68-A2F1-B9D4E961F983}" type="doc">
      <dgm:prSet loTypeId="urn:microsoft.com/office/officeart/2005/8/layout/hierarchy1" loCatId="hierarchy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B7B878F-CB61-4A41-87F7-A76E13E6B0AF}">
      <dgm:prSet/>
      <dgm:spPr/>
      <dgm:t>
        <a:bodyPr/>
        <a:lstStyle/>
        <a:p>
          <a:r>
            <a:rPr lang="bg-BG"/>
            <a:t>Анамнеза и неврологичен преглед</a:t>
          </a:r>
          <a:endParaRPr lang="en-US"/>
        </a:p>
      </dgm:t>
    </dgm:pt>
    <dgm:pt modelId="{3A9E0017-39F0-4877-8D99-CDEE85D1277C}" type="parTrans" cxnId="{07749A34-11D0-400B-8E45-7ACC68AEF493}">
      <dgm:prSet/>
      <dgm:spPr/>
      <dgm:t>
        <a:bodyPr/>
        <a:lstStyle/>
        <a:p>
          <a:endParaRPr lang="en-US"/>
        </a:p>
      </dgm:t>
    </dgm:pt>
    <dgm:pt modelId="{BAB81940-DEB3-43FB-8360-B0633FF86FDA}" type="sibTrans" cxnId="{07749A34-11D0-400B-8E45-7ACC68AEF493}">
      <dgm:prSet/>
      <dgm:spPr/>
      <dgm:t>
        <a:bodyPr/>
        <a:lstStyle/>
        <a:p>
          <a:endParaRPr lang="en-US"/>
        </a:p>
      </dgm:t>
    </dgm:pt>
    <dgm:pt modelId="{AFE7AEEB-FE08-4306-97F0-070694D20186}">
      <dgm:prSet/>
      <dgm:spPr/>
      <dgm:t>
        <a:bodyPr/>
        <a:lstStyle/>
        <a:p>
          <a:r>
            <a:rPr lang="bg-BG" dirty="0"/>
            <a:t>Електроенцефалография (ЕЕГ)</a:t>
          </a:r>
          <a:endParaRPr lang="en-US" dirty="0"/>
        </a:p>
      </dgm:t>
    </dgm:pt>
    <dgm:pt modelId="{FA64E9F8-2439-400F-9E5D-8AAD56D8DE96}" type="parTrans" cxnId="{8C89DA0B-6DDA-49AB-9B47-5DAE6CE9AF75}">
      <dgm:prSet/>
      <dgm:spPr/>
      <dgm:t>
        <a:bodyPr/>
        <a:lstStyle/>
        <a:p>
          <a:endParaRPr lang="en-US"/>
        </a:p>
      </dgm:t>
    </dgm:pt>
    <dgm:pt modelId="{4F444C34-EFC9-4FD4-8D00-245D7CA407A4}" type="sibTrans" cxnId="{8C89DA0B-6DDA-49AB-9B47-5DAE6CE9AF75}">
      <dgm:prSet/>
      <dgm:spPr/>
      <dgm:t>
        <a:bodyPr/>
        <a:lstStyle/>
        <a:p>
          <a:endParaRPr lang="en-US"/>
        </a:p>
      </dgm:t>
    </dgm:pt>
    <dgm:pt modelId="{5B16D7EB-E4AE-41CE-ACB7-589E9ED3D48A}">
      <dgm:prSet/>
      <dgm:spPr/>
      <dgm:t>
        <a:bodyPr/>
        <a:lstStyle/>
        <a:p>
          <a:r>
            <a:rPr lang="bg-BG"/>
            <a:t>Образни изследвания </a:t>
          </a:r>
          <a:endParaRPr lang="en-US"/>
        </a:p>
      </dgm:t>
    </dgm:pt>
    <dgm:pt modelId="{E8E1C9E9-8176-43B7-851B-B92356EAFD3F}" type="parTrans" cxnId="{04FE557E-C013-4771-B7D9-9739441A7813}">
      <dgm:prSet/>
      <dgm:spPr/>
      <dgm:t>
        <a:bodyPr/>
        <a:lstStyle/>
        <a:p>
          <a:endParaRPr lang="en-US"/>
        </a:p>
      </dgm:t>
    </dgm:pt>
    <dgm:pt modelId="{0B35F5B6-3CAD-4B1E-99F2-FF246C71A773}" type="sibTrans" cxnId="{04FE557E-C013-4771-B7D9-9739441A7813}">
      <dgm:prSet/>
      <dgm:spPr/>
      <dgm:t>
        <a:bodyPr/>
        <a:lstStyle/>
        <a:p>
          <a:endParaRPr lang="en-US"/>
        </a:p>
      </dgm:t>
    </dgm:pt>
    <dgm:pt modelId="{60EE4F5D-6898-4142-9180-BB60437F6CC6}">
      <dgm:prSet/>
      <dgm:spPr/>
      <dgm:t>
        <a:bodyPr/>
        <a:lstStyle/>
        <a:p>
          <a:r>
            <a:rPr lang="bg-BG"/>
            <a:t>Компютърна томография (КТ)</a:t>
          </a:r>
          <a:endParaRPr lang="en-US"/>
        </a:p>
      </dgm:t>
    </dgm:pt>
    <dgm:pt modelId="{47400258-F0C0-4CFB-A7AE-C94D2AA8D67A}" type="parTrans" cxnId="{00EECAAB-4869-450D-A6B6-E63570220DF7}">
      <dgm:prSet/>
      <dgm:spPr/>
      <dgm:t>
        <a:bodyPr/>
        <a:lstStyle/>
        <a:p>
          <a:endParaRPr lang="en-US"/>
        </a:p>
      </dgm:t>
    </dgm:pt>
    <dgm:pt modelId="{A1FFB8A5-9BBB-4979-A3DA-3BFBEC5F4C0E}" type="sibTrans" cxnId="{00EECAAB-4869-450D-A6B6-E63570220DF7}">
      <dgm:prSet/>
      <dgm:spPr/>
      <dgm:t>
        <a:bodyPr/>
        <a:lstStyle/>
        <a:p>
          <a:endParaRPr lang="en-US"/>
        </a:p>
      </dgm:t>
    </dgm:pt>
    <dgm:pt modelId="{A0F1D489-9B8E-4847-8079-6871158C6C5D}">
      <dgm:prSet/>
      <dgm:spPr/>
      <dgm:t>
        <a:bodyPr/>
        <a:lstStyle/>
        <a:p>
          <a:r>
            <a:rPr lang="bg-BG"/>
            <a:t>Магнитно-резонансна томография (МРТ)</a:t>
          </a:r>
          <a:endParaRPr lang="en-US"/>
        </a:p>
      </dgm:t>
    </dgm:pt>
    <dgm:pt modelId="{A01A086A-9209-470E-8728-8DDEE68BAF38}" type="parTrans" cxnId="{144E7FEE-3DFF-41EF-B300-12019BEC7384}">
      <dgm:prSet/>
      <dgm:spPr/>
      <dgm:t>
        <a:bodyPr/>
        <a:lstStyle/>
        <a:p>
          <a:endParaRPr lang="en-US"/>
        </a:p>
      </dgm:t>
    </dgm:pt>
    <dgm:pt modelId="{F400D218-358D-4029-8945-3A2EF781FC95}" type="sibTrans" cxnId="{144E7FEE-3DFF-41EF-B300-12019BEC7384}">
      <dgm:prSet/>
      <dgm:spPr/>
      <dgm:t>
        <a:bodyPr/>
        <a:lstStyle/>
        <a:p>
          <a:endParaRPr lang="en-US"/>
        </a:p>
      </dgm:t>
    </dgm:pt>
    <dgm:pt modelId="{99B05C63-2E48-400A-9F08-3C5EA7D41E91}">
      <dgm:prSet/>
      <dgm:spPr/>
      <dgm:t>
        <a:bodyPr/>
        <a:lstStyle/>
        <a:p>
          <a:r>
            <a:rPr lang="bg-BG"/>
            <a:t>Кръвни тестове</a:t>
          </a:r>
          <a:endParaRPr lang="en-US"/>
        </a:p>
      </dgm:t>
    </dgm:pt>
    <dgm:pt modelId="{92DB9DAA-4B4F-43DA-BEBD-FFEA3FE818AE}" type="parTrans" cxnId="{02457791-4143-41E1-A004-79461C4BE1A6}">
      <dgm:prSet/>
      <dgm:spPr/>
      <dgm:t>
        <a:bodyPr/>
        <a:lstStyle/>
        <a:p>
          <a:endParaRPr lang="en-US"/>
        </a:p>
      </dgm:t>
    </dgm:pt>
    <dgm:pt modelId="{C9651BDD-FDD8-4423-8AAE-162C1AE7C02A}" type="sibTrans" cxnId="{02457791-4143-41E1-A004-79461C4BE1A6}">
      <dgm:prSet/>
      <dgm:spPr/>
      <dgm:t>
        <a:bodyPr/>
        <a:lstStyle/>
        <a:p>
          <a:endParaRPr lang="en-US"/>
        </a:p>
      </dgm:t>
    </dgm:pt>
    <dgm:pt modelId="{13461339-9098-4861-BA76-E1566E59C7B4}" type="pres">
      <dgm:prSet presAssocID="{CC8E40A3-E3DE-4C68-A2F1-B9D4E961F98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C2BC593-BB26-4FF0-8DF6-03B34E40FAAB}" type="pres">
      <dgm:prSet presAssocID="{8B7B878F-CB61-4A41-87F7-A76E13E6B0AF}" presName="hierRoot1" presStyleCnt="0"/>
      <dgm:spPr/>
    </dgm:pt>
    <dgm:pt modelId="{36EDFFFB-6E17-4D0F-8A04-22DE81144347}" type="pres">
      <dgm:prSet presAssocID="{8B7B878F-CB61-4A41-87F7-A76E13E6B0AF}" presName="composite" presStyleCnt="0"/>
      <dgm:spPr/>
    </dgm:pt>
    <dgm:pt modelId="{BAC09511-94F7-464C-A53B-C9AA83CD529A}" type="pres">
      <dgm:prSet presAssocID="{8B7B878F-CB61-4A41-87F7-A76E13E6B0AF}" presName="background" presStyleLbl="node0" presStyleIdx="0" presStyleCnt="4"/>
      <dgm:spPr/>
    </dgm:pt>
    <dgm:pt modelId="{377BFF88-DAA9-48C5-9460-32C920DDF565}" type="pres">
      <dgm:prSet presAssocID="{8B7B878F-CB61-4A41-87F7-A76E13E6B0AF}" presName="text" presStyleLbl="fgAcc0" presStyleIdx="0" presStyleCnt="4">
        <dgm:presLayoutVars>
          <dgm:chPref val="3"/>
        </dgm:presLayoutVars>
      </dgm:prSet>
      <dgm:spPr/>
    </dgm:pt>
    <dgm:pt modelId="{5DA8B01E-AAAD-4527-BC89-287AF9325ECB}" type="pres">
      <dgm:prSet presAssocID="{8B7B878F-CB61-4A41-87F7-A76E13E6B0AF}" presName="hierChild2" presStyleCnt="0"/>
      <dgm:spPr/>
    </dgm:pt>
    <dgm:pt modelId="{F3C23124-F934-436C-8625-D8FC49453940}" type="pres">
      <dgm:prSet presAssocID="{AFE7AEEB-FE08-4306-97F0-070694D20186}" presName="hierRoot1" presStyleCnt="0"/>
      <dgm:spPr/>
    </dgm:pt>
    <dgm:pt modelId="{8DB22796-DF35-4751-B7A4-3C9B088675A5}" type="pres">
      <dgm:prSet presAssocID="{AFE7AEEB-FE08-4306-97F0-070694D20186}" presName="composite" presStyleCnt="0"/>
      <dgm:spPr/>
    </dgm:pt>
    <dgm:pt modelId="{1B8C7DC3-DEBC-4E43-A068-47F0C7C3D2CD}" type="pres">
      <dgm:prSet presAssocID="{AFE7AEEB-FE08-4306-97F0-070694D20186}" presName="background" presStyleLbl="node0" presStyleIdx="1" presStyleCnt="4"/>
      <dgm:spPr/>
    </dgm:pt>
    <dgm:pt modelId="{CC3AAB20-90C0-433A-B755-F8DF8A837786}" type="pres">
      <dgm:prSet presAssocID="{AFE7AEEB-FE08-4306-97F0-070694D20186}" presName="text" presStyleLbl="fgAcc0" presStyleIdx="1" presStyleCnt="4">
        <dgm:presLayoutVars>
          <dgm:chPref val="3"/>
        </dgm:presLayoutVars>
      </dgm:prSet>
      <dgm:spPr/>
    </dgm:pt>
    <dgm:pt modelId="{FEC14964-BF05-4BF8-B8D1-483AF415A97B}" type="pres">
      <dgm:prSet presAssocID="{AFE7AEEB-FE08-4306-97F0-070694D20186}" presName="hierChild2" presStyleCnt="0"/>
      <dgm:spPr/>
    </dgm:pt>
    <dgm:pt modelId="{1A50414F-8FCC-4C23-9ACE-D9548421C0E8}" type="pres">
      <dgm:prSet presAssocID="{5B16D7EB-E4AE-41CE-ACB7-589E9ED3D48A}" presName="hierRoot1" presStyleCnt="0"/>
      <dgm:spPr/>
    </dgm:pt>
    <dgm:pt modelId="{4354CEE3-7A70-4A92-88CB-E34200649C74}" type="pres">
      <dgm:prSet presAssocID="{5B16D7EB-E4AE-41CE-ACB7-589E9ED3D48A}" presName="composite" presStyleCnt="0"/>
      <dgm:spPr/>
    </dgm:pt>
    <dgm:pt modelId="{C5FCCD79-D484-4179-B9C6-BAC0DB2238CE}" type="pres">
      <dgm:prSet presAssocID="{5B16D7EB-E4AE-41CE-ACB7-589E9ED3D48A}" presName="background" presStyleLbl="node0" presStyleIdx="2" presStyleCnt="4"/>
      <dgm:spPr/>
    </dgm:pt>
    <dgm:pt modelId="{D031FC54-C289-43E3-8A48-CE3BF38C736C}" type="pres">
      <dgm:prSet presAssocID="{5B16D7EB-E4AE-41CE-ACB7-589E9ED3D48A}" presName="text" presStyleLbl="fgAcc0" presStyleIdx="2" presStyleCnt="4">
        <dgm:presLayoutVars>
          <dgm:chPref val="3"/>
        </dgm:presLayoutVars>
      </dgm:prSet>
      <dgm:spPr/>
    </dgm:pt>
    <dgm:pt modelId="{BDE42FD2-D069-4649-B055-0ABE4E6F4BB8}" type="pres">
      <dgm:prSet presAssocID="{5B16D7EB-E4AE-41CE-ACB7-589E9ED3D48A}" presName="hierChild2" presStyleCnt="0"/>
      <dgm:spPr/>
    </dgm:pt>
    <dgm:pt modelId="{3EC805E1-6D82-4CB4-A378-6C88E35A0F47}" type="pres">
      <dgm:prSet presAssocID="{47400258-F0C0-4CFB-A7AE-C94D2AA8D67A}" presName="Name10" presStyleLbl="parChTrans1D2" presStyleIdx="0" presStyleCnt="2"/>
      <dgm:spPr/>
    </dgm:pt>
    <dgm:pt modelId="{619F7614-31E2-4CCB-85AB-EF245109BFFD}" type="pres">
      <dgm:prSet presAssocID="{60EE4F5D-6898-4142-9180-BB60437F6CC6}" presName="hierRoot2" presStyleCnt="0"/>
      <dgm:spPr/>
    </dgm:pt>
    <dgm:pt modelId="{4627012F-FCF3-4D6B-8245-7032800102EC}" type="pres">
      <dgm:prSet presAssocID="{60EE4F5D-6898-4142-9180-BB60437F6CC6}" presName="composite2" presStyleCnt="0"/>
      <dgm:spPr/>
    </dgm:pt>
    <dgm:pt modelId="{FDED6187-86BA-4388-8A44-1C6ECA189E2E}" type="pres">
      <dgm:prSet presAssocID="{60EE4F5D-6898-4142-9180-BB60437F6CC6}" presName="background2" presStyleLbl="node2" presStyleIdx="0" presStyleCnt="2"/>
      <dgm:spPr/>
    </dgm:pt>
    <dgm:pt modelId="{84E15781-DE96-467B-929F-571F56D1A917}" type="pres">
      <dgm:prSet presAssocID="{60EE4F5D-6898-4142-9180-BB60437F6CC6}" presName="text2" presStyleLbl="fgAcc2" presStyleIdx="0" presStyleCnt="2">
        <dgm:presLayoutVars>
          <dgm:chPref val="3"/>
        </dgm:presLayoutVars>
      </dgm:prSet>
      <dgm:spPr/>
    </dgm:pt>
    <dgm:pt modelId="{EB7FF79E-AFCA-453E-A85B-2E1967A50EC4}" type="pres">
      <dgm:prSet presAssocID="{60EE4F5D-6898-4142-9180-BB60437F6CC6}" presName="hierChild3" presStyleCnt="0"/>
      <dgm:spPr/>
    </dgm:pt>
    <dgm:pt modelId="{0A420F40-C15E-4A0E-8898-B10E3DB6BE9E}" type="pres">
      <dgm:prSet presAssocID="{A01A086A-9209-470E-8728-8DDEE68BAF38}" presName="Name10" presStyleLbl="parChTrans1D2" presStyleIdx="1" presStyleCnt="2"/>
      <dgm:spPr/>
    </dgm:pt>
    <dgm:pt modelId="{1F4C813C-DC09-4345-8156-95FEF22EB8C4}" type="pres">
      <dgm:prSet presAssocID="{A0F1D489-9B8E-4847-8079-6871158C6C5D}" presName="hierRoot2" presStyleCnt="0"/>
      <dgm:spPr/>
    </dgm:pt>
    <dgm:pt modelId="{DAFFBFB1-93CD-4D46-849F-E6D035F5A690}" type="pres">
      <dgm:prSet presAssocID="{A0F1D489-9B8E-4847-8079-6871158C6C5D}" presName="composite2" presStyleCnt="0"/>
      <dgm:spPr/>
    </dgm:pt>
    <dgm:pt modelId="{675AE50C-4728-4BE4-96FB-7C6CAF906EF9}" type="pres">
      <dgm:prSet presAssocID="{A0F1D489-9B8E-4847-8079-6871158C6C5D}" presName="background2" presStyleLbl="node2" presStyleIdx="1" presStyleCnt="2"/>
      <dgm:spPr/>
    </dgm:pt>
    <dgm:pt modelId="{0CAB4EC3-312E-41A0-8211-9C5D5D131E57}" type="pres">
      <dgm:prSet presAssocID="{A0F1D489-9B8E-4847-8079-6871158C6C5D}" presName="text2" presStyleLbl="fgAcc2" presStyleIdx="1" presStyleCnt="2">
        <dgm:presLayoutVars>
          <dgm:chPref val="3"/>
        </dgm:presLayoutVars>
      </dgm:prSet>
      <dgm:spPr/>
    </dgm:pt>
    <dgm:pt modelId="{1620953A-7672-4475-9E4A-9CA61B5957F3}" type="pres">
      <dgm:prSet presAssocID="{A0F1D489-9B8E-4847-8079-6871158C6C5D}" presName="hierChild3" presStyleCnt="0"/>
      <dgm:spPr/>
    </dgm:pt>
    <dgm:pt modelId="{10DED183-5279-47B1-A865-242475355F83}" type="pres">
      <dgm:prSet presAssocID="{99B05C63-2E48-400A-9F08-3C5EA7D41E91}" presName="hierRoot1" presStyleCnt="0"/>
      <dgm:spPr/>
    </dgm:pt>
    <dgm:pt modelId="{8B17B566-4DCF-40A3-A065-C98F07502B2C}" type="pres">
      <dgm:prSet presAssocID="{99B05C63-2E48-400A-9F08-3C5EA7D41E91}" presName="composite" presStyleCnt="0"/>
      <dgm:spPr/>
    </dgm:pt>
    <dgm:pt modelId="{3E2A0119-B88A-4BFA-9801-E3D252D9B6AA}" type="pres">
      <dgm:prSet presAssocID="{99B05C63-2E48-400A-9F08-3C5EA7D41E91}" presName="background" presStyleLbl="node0" presStyleIdx="3" presStyleCnt="4"/>
      <dgm:spPr/>
    </dgm:pt>
    <dgm:pt modelId="{D4725B81-532C-4194-A856-527CA7157195}" type="pres">
      <dgm:prSet presAssocID="{99B05C63-2E48-400A-9F08-3C5EA7D41E91}" presName="text" presStyleLbl="fgAcc0" presStyleIdx="3" presStyleCnt="4">
        <dgm:presLayoutVars>
          <dgm:chPref val="3"/>
        </dgm:presLayoutVars>
      </dgm:prSet>
      <dgm:spPr/>
    </dgm:pt>
    <dgm:pt modelId="{FB6E2B2E-F953-45EB-A808-495DF7B0F085}" type="pres">
      <dgm:prSet presAssocID="{99B05C63-2E48-400A-9F08-3C5EA7D41E91}" presName="hierChild2" presStyleCnt="0"/>
      <dgm:spPr/>
    </dgm:pt>
  </dgm:ptLst>
  <dgm:cxnLst>
    <dgm:cxn modelId="{8C89DA0B-6DDA-49AB-9B47-5DAE6CE9AF75}" srcId="{CC8E40A3-E3DE-4C68-A2F1-B9D4E961F983}" destId="{AFE7AEEB-FE08-4306-97F0-070694D20186}" srcOrd="1" destOrd="0" parTransId="{FA64E9F8-2439-400F-9E5D-8AAD56D8DE96}" sibTransId="{4F444C34-EFC9-4FD4-8D00-245D7CA407A4}"/>
    <dgm:cxn modelId="{FC59E715-8BF9-4D0F-B7D6-71F96CF2ADBD}" type="presOf" srcId="{60EE4F5D-6898-4142-9180-BB60437F6CC6}" destId="{84E15781-DE96-467B-929F-571F56D1A917}" srcOrd="0" destOrd="0" presId="urn:microsoft.com/office/officeart/2005/8/layout/hierarchy1"/>
    <dgm:cxn modelId="{07749A34-11D0-400B-8E45-7ACC68AEF493}" srcId="{CC8E40A3-E3DE-4C68-A2F1-B9D4E961F983}" destId="{8B7B878F-CB61-4A41-87F7-A76E13E6B0AF}" srcOrd="0" destOrd="0" parTransId="{3A9E0017-39F0-4877-8D99-CDEE85D1277C}" sibTransId="{BAB81940-DEB3-43FB-8360-B0633FF86FDA}"/>
    <dgm:cxn modelId="{374CF540-FD79-4961-83FB-89F20C34504F}" type="presOf" srcId="{A01A086A-9209-470E-8728-8DDEE68BAF38}" destId="{0A420F40-C15E-4A0E-8898-B10E3DB6BE9E}" srcOrd="0" destOrd="0" presId="urn:microsoft.com/office/officeart/2005/8/layout/hierarchy1"/>
    <dgm:cxn modelId="{213A7F65-F6D2-4AD6-BCE8-1D3D8BF97EF4}" type="presOf" srcId="{8B7B878F-CB61-4A41-87F7-A76E13E6B0AF}" destId="{377BFF88-DAA9-48C5-9460-32C920DDF565}" srcOrd="0" destOrd="0" presId="urn:microsoft.com/office/officeart/2005/8/layout/hierarchy1"/>
    <dgm:cxn modelId="{44CB736E-D3BE-4225-BB13-CA35F0F91649}" type="presOf" srcId="{CC8E40A3-E3DE-4C68-A2F1-B9D4E961F983}" destId="{13461339-9098-4861-BA76-E1566E59C7B4}" srcOrd="0" destOrd="0" presId="urn:microsoft.com/office/officeart/2005/8/layout/hierarchy1"/>
    <dgm:cxn modelId="{04FE557E-C013-4771-B7D9-9739441A7813}" srcId="{CC8E40A3-E3DE-4C68-A2F1-B9D4E961F983}" destId="{5B16D7EB-E4AE-41CE-ACB7-589E9ED3D48A}" srcOrd="2" destOrd="0" parTransId="{E8E1C9E9-8176-43B7-851B-B92356EAFD3F}" sibTransId="{0B35F5B6-3CAD-4B1E-99F2-FF246C71A773}"/>
    <dgm:cxn modelId="{02457791-4143-41E1-A004-79461C4BE1A6}" srcId="{CC8E40A3-E3DE-4C68-A2F1-B9D4E961F983}" destId="{99B05C63-2E48-400A-9F08-3C5EA7D41E91}" srcOrd="3" destOrd="0" parTransId="{92DB9DAA-4B4F-43DA-BEBD-FFEA3FE818AE}" sibTransId="{C9651BDD-FDD8-4423-8AAE-162C1AE7C02A}"/>
    <dgm:cxn modelId="{36D6E494-BDA6-479F-90D3-359F10102617}" type="presOf" srcId="{47400258-F0C0-4CFB-A7AE-C94D2AA8D67A}" destId="{3EC805E1-6D82-4CB4-A378-6C88E35A0F47}" srcOrd="0" destOrd="0" presId="urn:microsoft.com/office/officeart/2005/8/layout/hierarchy1"/>
    <dgm:cxn modelId="{842643AB-9DD0-4CD8-94BA-E141822E166A}" type="presOf" srcId="{99B05C63-2E48-400A-9F08-3C5EA7D41E91}" destId="{D4725B81-532C-4194-A856-527CA7157195}" srcOrd="0" destOrd="0" presId="urn:microsoft.com/office/officeart/2005/8/layout/hierarchy1"/>
    <dgm:cxn modelId="{00EECAAB-4869-450D-A6B6-E63570220DF7}" srcId="{5B16D7EB-E4AE-41CE-ACB7-589E9ED3D48A}" destId="{60EE4F5D-6898-4142-9180-BB60437F6CC6}" srcOrd="0" destOrd="0" parTransId="{47400258-F0C0-4CFB-A7AE-C94D2AA8D67A}" sibTransId="{A1FFB8A5-9BBB-4979-A3DA-3BFBEC5F4C0E}"/>
    <dgm:cxn modelId="{7E1BD5C0-B788-437A-97C7-29270A2356D0}" type="presOf" srcId="{AFE7AEEB-FE08-4306-97F0-070694D20186}" destId="{CC3AAB20-90C0-433A-B755-F8DF8A837786}" srcOrd="0" destOrd="0" presId="urn:microsoft.com/office/officeart/2005/8/layout/hierarchy1"/>
    <dgm:cxn modelId="{E1D339DB-F591-423E-89D9-E7115F5B6483}" type="presOf" srcId="{A0F1D489-9B8E-4847-8079-6871158C6C5D}" destId="{0CAB4EC3-312E-41A0-8211-9C5D5D131E57}" srcOrd="0" destOrd="0" presId="urn:microsoft.com/office/officeart/2005/8/layout/hierarchy1"/>
    <dgm:cxn modelId="{144E7FEE-3DFF-41EF-B300-12019BEC7384}" srcId="{5B16D7EB-E4AE-41CE-ACB7-589E9ED3D48A}" destId="{A0F1D489-9B8E-4847-8079-6871158C6C5D}" srcOrd="1" destOrd="0" parTransId="{A01A086A-9209-470E-8728-8DDEE68BAF38}" sibTransId="{F400D218-358D-4029-8945-3A2EF781FC95}"/>
    <dgm:cxn modelId="{D36CAAF0-AD4B-4F37-B265-4DF7285FCBBA}" type="presOf" srcId="{5B16D7EB-E4AE-41CE-ACB7-589E9ED3D48A}" destId="{D031FC54-C289-43E3-8A48-CE3BF38C736C}" srcOrd="0" destOrd="0" presId="urn:microsoft.com/office/officeart/2005/8/layout/hierarchy1"/>
    <dgm:cxn modelId="{A5DE3F40-417A-4703-A86D-5205E3660CAA}" type="presParOf" srcId="{13461339-9098-4861-BA76-E1566E59C7B4}" destId="{BC2BC593-BB26-4FF0-8DF6-03B34E40FAAB}" srcOrd="0" destOrd="0" presId="urn:microsoft.com/office/officeart/2005/8/layout/hierarchy1"/>
    <dgm:cxn modelId="{FF912F59-3143-4687-9EE3-4A7FBF5EE647}" type="presParOf" srcId="{BC2BC593-BB26-4FF0-8DF6-03B34E40FAAB}" destId="{36EDFFFB-6E17-4D0F-8A04-22DE81144347}" srcOrd="0" destOrd="0" presId="urn:microsoft.com/office/officeart/2005/8/layout/hierarchy1"/>
    <dgm:cxn modelId="{915348C9-1FA3-4842-8DAF-5C3D6003DBA8}" type="presParOf" srcId="{36EDFFFB-6E17-4D0F-8A04-22DE81144347}" destId="{BAC09511-94F7-464C-A53B-C9AA83CD529A}" srcOrd="0" destOrd="0" presId="urn:microsoft.com/office/officeart/2005/8/layout/hierarchy1"/>
    <dgm:cxn modelId="{D67866CF-9354-456B-A8ED-D8631E6BF154}" type="presParOf" srcId="{36EDFFFB-6E17-4D0F-8A04-22DE81144347}" destId="{377BFF88-DAA9-48C5-9460-32C920DDF565}" srcOrd="1" destOrd="0" presId="urn:microsoft.com/office/officeart/2005/8/layout/hierarchy1"/>
    <dgm:cxn modelId="{89786603-FD6E-4B5A-9C72-B97E7CE03C8B}" type="presParOf" srcId="{BC2BC593-BB26-4FF0-8DF6-03B34E40FAAB}" destId="{5DA8B01E-AAAD-4527-BC89-287AF9325ECB}" srcOrd="1" destOrd="0" presId="urn:microsoft.com/office/officeart/2005/8/layout/hierarchy1"/>
    <dgm:cxn modelId="{3799DC0F-C94D-4C72-9289-ACFDE102A641}" type="presParOf" srcId="{13461339-9098-4861-BA76-E1566E59C7B4}" destId="{F3C23124-F934-436C-8625-D8FC49453940}" srcOrd="1" destOrd="0" presId="urn:microsoft.com/office/officeart/2005/8/layout/hierarchy1"/>
    <dgm:cxn modelId="{D7EA2F12-4D98-4E89-BAF7-031A37B20B43}" type="presParOf" srcId="{F3C23124-F934-436C-8625-D8FC49453940}" destId="{8DB22796-DF35-4751-B7A4-3C9B088675A5}" srcOrd="0" destOrd="0" presId="urn:microsoft.com/office/officeart/2005/8/layout/hierarchy1"/>
    <dgm:cxn modelId="{4228EA6F-8278-4D08-A964-A3ED03877872}" type="presParOf" srcId="{8DB22796-DF35-4751-B7A4-3C9B088675A5}" destId="{1B8C7DC3-DEBC-4E43-A068-47F0C7C3D2CD}" srcOrd="0" destOrd="0" presId="urn:microsoft.com/office/officeart/2005/8/layout/hierarchy1"/>
    <dgm:cxn modelId="{0F10964A-F959-4968-A1FF-97388D0D5C67}" type="presParOf" srcId="{8DB22796-DF35-4751-B7A4-3C9B088675A5}" destId="{CC3AAB20-90C0-433A-B755-F8DF8A837786}" srcOrd="1" destOrd="0" presId="urn:microsoft.com/office/officeart/2005/8/layout/hierarchy1"/>
    <dgm:cxn modelId="{6CAAAD93-0BF3-49F9-9523-3FDFB2460401}" type="presParOf" srcId="{F3C23124-F934-436C-8625-D8FC49453940}" destId="{FEC14964-BF05-4BF8-B8D1-483AF415A97B}" srcOrd="1" destOrd="0" presId="urn:microsoft.com/office/officeart/2005/8/layout/hierarchy1"/>
    <dgm:cxn modelId="{2F58D21A-A90B-419D-870B-BE24603384BC}" type="presParOf" srcId="{13461339-9098-4861-BA76-E1566E59C7B4}" destId="{1A50414F-8FCC-4C23-9ACE-D9548421C0E8}" srcOrd="2" destOrd="0" presId="urn:microsoft.com/office/officeart/2005/8/layout/hierarchy1"/>
    <dgm:cxn modelId="{0CF2A49E-B65D-4764-B665-0660ECB35F46}" type="presParOf" srcId="{1A50414F-8FCC-4C23-9ACE-D9548421C0E8}" destId="{4354CEE3-7A70-4A92-88CB-E34200649C74}" srcOrd="0" destOrd="0" presId="urn:microsoft.com/office/officeart/2005/8/layout/hierarchy1"/>
    <dgm:cxn modelId="{7845E384-CF11-4BD1-8F43-A17F84B27A03}" type="presParOf" srcId="{4354CEE3-7A70-4A92-88CB-E34200649C74}" destId="{C5FCCD79-D484-4179-B9C6-BAC0DB2238CE}" srcOrd="0" destOrd="0" presId="urn:microsoft.com/office/officeart/2005/8/layout/hierarchy1"/>
    <dgm:cxn modelId="{D0630FA1-5AAE-46E1-9B49-533D2EC9220E}" type="presParOf" srcId="{4354CEE3-7A70-4A92-88CB-E34200649C74}" destId="{D031FC54-C289-43E3-8A48-CE3BF38C736C}" srcOrd="1" destOrd="0" presId="urn:microsoft.com/office/officeart/2005/8/layout/hierarchy1"/>
    <dgm:cxn modelId="{38149EC7-FEF0-4AE3-98F7-F9C62ED2EA91}" type="presParOf" srcId="{1A50414F-8FCC-4C23-9ACE-D9548421C0E8}" destId="{BDE42FD2-D069-4649-B055-0ABE4E6F4BB8}" srcOrd="1" destOrd="0" presId="urn:microsoft.com/office/officeart/2005/8/layout/hierarchy1"/>
    <dgm:cxn modelId="{7CBF1444-5C28-4903-8E98-429C04805996}" type="presParOf" srcId="{BDE42FD2-D069-4649-B055-0ABE4E6F4BB8}" destId="{3EC805E1-6D82-4CB4-A378-6C88E35A0F47}" srcOrd="0" destOrd="0" presId="urn:microsoft.com/office/officeart/2005/8/layout/hierarchy1"/>
    <dgm:cxn modelId="{2EBD7F8E-13FE-4956-8E07-AF62EA8739E2}" type="presParOf" srcId="{BDE42FD2-D069-4649-B055-0ABE4E6F4BB8}" destId="{619F7614-31E2-4CCB-85AB-EF245109BFFD}" srcOrd="1" destOrd="0" presId="urn:microsoft.com/office/officeart/2005/8/layout/hierarchy1"/>
    <dgm:cxn modelId="{90C335A2-C3F5-4A04-905A-671DDB341734}" type="presParOf" srcId="{619F7614-31E2-4CCB-85AB-EF245109BFFD}" destId="{4627012F-FCF3-4D6B-8245-7032800102EC}" srcOrd="0" destOrd="0" presId="urn:microsoft.com/office/officeart/2005/8/layout/hierarchy1"/>
    <dgm:cxn modelId="{86ED3300-3014-4A73-98C9-029E542E9915}" type="presParOf" srcId="{4627012F-FCF3-4D6B-8245-7032800102EC}" destId="{FDED6187-86BA-4388-8A44-1C6ECA189E2E}" srcOrd="0" destOrd="0" presId="urn:microsoft.com/office/officeart/2005/8/layout/hierarchy1"/>
    <dgm:cxn modelId="{B098DC7A-BAF0-4F5E-B7D4-1D01CC4C6B06}" type="presParOf" srcId="{4627012F-FCF3-4D6B-8245-7032800102EC}" destId="{84E15781-DE96-467B-929F-571F56D1A917}" srcOrd="1" destOrd="0" presId="urn:microsoft.com/office/officeart/2005/8/layout/hierarchy1"/>
    <dgm:cxn modelId="{AE2E5416-6E6C-4196-BC2B-57EE2E5D9F61}" type="presParOf" srcId="{619F7614-31E2-4CCB-85AB-EF245109BFFD}" destId="{EB7FF79E-AFCA-453E-A85B-2E1967A50EC4}" srcOrd="1" destOrd="0" presId="urn:microsoft.com/office/officeart/2005/8/layout/hierarchy1"/>
    <dgm:cxn modelId="{93B86CA6-CA36-4662-8771-261E41D9D6B4}" type="presParOf" srcId="{BDE42FD2-D069-4649-B055-0ABE4E6F4BB8}" destId="{0A420F40-C15E-4A0E-8898-B10E3DB6BE9E}" srcOrd="2" destOrd="0" presId="urn:microsoft.com/office/officeart/2005/8/layout/hierarchy1"/>
    <dgm:cxn modelId="{4F63F86C-BBD9-4F52-B6B0-E09E6F647329}" type="presParOf" srcId="{BDE42FD2-D069-4649-B055-0ABE4E6F4BB8}" destId="{1F4C813C-DC09-4345-8156-95FEF22EB8C4}" srcOrd="3" destOrd="0" presId="urn:microsoft.com/office/officeart/2005/8/layout/hierarchy1"/>
    <dgm:cxn modelId="{FD763239-C74E-4108-B614-C5532A6A80AE}" type="presParOf" srcId="{1F4C813C-DC09-4345-8156-95FEF22EB8C4}" destId="{DAFFBFB1-93CD-4D46-849F-E6D035F5A690}" srcOrd="0" destOrd="0" presId="urn:microsoft.com/office/officeart/2005/8/layout/hierarchy1"/>
    <dgm:cxn modelId="{426042F8-53B7-49EA-A048-BF70A5CEB10D}" type="presParOf" srcId="{DAFFBFB1-93CD-4D46-849F-E6D035F5A690}" destId="{675AE50C-4728-4BE4-96FB-7C6CAF906EF9}" srcOrd="0" destOrd="0" presId="urn:microsoft.com/office/officeart/2005/8/layout/hierarchy1"/>
    <dgm:cxn modelId="{4D4BBD7A-87F6-420E-AE84-B16D694580FA}" type="presParOf" srcId="{DAFFBFB1-93CD-4D46-849F-E6D035F5A690}" destId="{0CAB4EC3-312E-41A0-8211-9C5D5D131E57}" srcOrd="1" destOrd="0" presId="urn:microsoft.com/office/officeart/2005/8/layout/hierarchy1"/>
    <dgm:cxn modelId="{9C788CE5-1B92-48E4-AA85-DA074E3B530C}" type="presParOf" srcId="{1F4C813C-DC09-4345-8156-95FEF22EB8C4}" destId="{1620953A-7672-4475-9E4A-9CA61B5957F3}" srcOrd="1" destOrd="0" presId="urn:microsoft.com/office/officeart/2005/8/layout/hierarchy1"/>
    <dgm:cxn modelId="{FD290C94-C521-43DB-ADF2-32F6ACE2965E}" type="presParOf" srcId="{13461339-9098-4861-BA76-E1566E59C7B4}" destId="{10DED183-5279-47B1-A865-242475355F83}" srcOrd="3" destOrd="0" presId="urn:microsoft.com/office/officeart/2005/8/layout/hierarchy1"/>
    <dgm:cxn modelId="{D39C578A-9156-4855-8DC2-90C5958EDBBE}" type="presParOf" srcId="{10DED183-5279-47B1-A865-242475355F83}" destId="{8B17B566-4DCF-40A3-A065-C98F07502B2C}" srcOrd="0" destOrd="0" presId="urn:microsoft.com/office/officeart/2005/8/layout/hierarchy1"/>
    <dgm:cxn modelId="{02B9BDF3-DAF8-49AE-B393-0E7822ACAB2A}" type="presParOf" srcId="{8B17B566-4DCF-40A3-A065-C98F07502B2C}" destId="{3E2A0119-B88A-4BFA-9801-E3D252D9B6AA}" srcOrd="0" destOrd="0" presId="urn:microsoft.com/office/officeart/2005/8/layout/hierarchy1"/>
    <dgm:cxn modelId="{78E261FA-F574-449F-9AD1-2B660CA43D28}" type="presParOf" srcId="{8B17B566-4DCF-40A3-A065-C98F07502B2C}" destId="{D4725B81-532C-4194-A856-527CA7157195}" srcOrd="1" destOrd="0" presId="urn:microsoft.com/office/officeart/2005/8/layout/hierarchy1"/>
    <dgm:cxn modelId="{6B3C0152-9644-4E67-86E5-729EBF1BF9CB}" type="presParOf" srcId="{10DED183-5279-47B1-A865-242475355F83}" destId="{FB6E2B2E-F953-45EB-A808-495DF7B0F08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F32D50-7249-4890-B55C-DE913963320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F9A459D-85DF-4B98-A97C-56CAF73DD6C2}">
      <dgm:prSet/>
      <dgm:spPr/>
      <dgm:t>
        <a:bodyPr/>
        <a:lstStyle/>
        <a:p>
          <a:r>
            <a:rPr lang="bg-BG"/>
            <a:t>Антиепилептични противогърчови лекарства</a:t>
          </a:r>
          <a:endParaRPr lang="en-US"/>
        </a:p>
      </dgm:t>
    </dgm:pt>
    <dgm:pt modelId="{0463B70F-3458-4C22-B731-9B3C2B5AE516}" type="parTrans" cxnId="{AB69AE74-2DBC-466B-9728-88065627AC34}">
      <dgm:prSet/>
      <dgm:spPr/>
      <dgm:t>
        <a:bodyPr/>
        <a:lstStyle/>
        <a:p>
          <a:endParaRPr lang="en-US"/>
        </a:p>
      </dgm:t>
    </dgm:pt>
    <dgm:pt modelId="{9DF0CCCB-96B9-4B1F-96C9-BAF38785D22F}" type="sibTrans" cxnId="{AB69AE74-2DBC-466B-9728-88065627AC34}">
      <dgm:prSet/>
      <dgm:spPr/>
      <dgm:t>
        <a:bodyPr/>
        <a:lstStyle/>
        <a:p>
          <a:endParaRPr lang="en-US"/>
        </a:p>
      </dgm:t>
    </dgm:pt>
    <dgm:pt modelId="{B0F1DEDD-9E98-468B-88D3-C7304B67AF8F}">
      <dgm:prSet/>
      <dgm:spPr/>
      <dgm:t>
        <a:bodyPr/>
        <a:lstStyle/>
        <a:p>
          <a:r>
            <a:rPr lang="bg-BG"/>
            <a:t>Хирургично лечение</a:t>
          </a:r>
          <a:endParaRPr lang="en-US"/>
        </a:p>
      </dgm:t>
    </dgm:pt>
    <dgm:pt modelId="{E7FF579B-4685-4347-820C-D5CAC90FCE9E}" type="parTrans" cxnId="{FEE0432B-3BAB-49A8-ADD9-D8E16DFC6B3C}">
      <dgm:prSet/>
      <dgm:spPr/>
      <dgm:t>
        <a:bodyPr/>
        <a:lstStyle/>
        <a:p>
          <a:endParaRPr lang="en-US"/>
        </a:p>
      </dgm:t>
    </dgm:pt>
    <dgm:pt modelId="{E4C6FE0E-D8EB-42E9-9F3F-E887C9AA97F9}" type="sibTrans" cxnId="{FEE0432B-3BAB-49A8-ADD9-D8E16DFC6B3C}">
      <dgm:prSet/>
      <dgm:spPr/>
      <dgm:t>
        <a:bodyPr/>
        <a:lstStyle/>
        <a:p>
          <a:endParaRPr lang="en-US"/>
        </a:p>
      </dgm:t>
    </dgm:pt>
    <dgm:pt modelId="{9DD1D824-FB67-4AEA-AFEC-3513E81463E6}">
      <dgm:prSet/>
      <dgm:spPr/>
      <dgm:t>
        <a:bodyPr/>
        <a:lstStyle/>
        <a:p>
          <a:r>
            <a:rPr lang="ru-RU"/>
            <a:t>Лечение на факторите и причините</a:t>
          </a:r>
          <a:endParaRPr lang="en-US"/>
        </a:p>
      </dgm:t>
    </dgm:pt>
    <dgm:pt modelId="{10D7B51C-224D-47D1-8B96-CDDE2B30582B}" type="parTrans" cxnId="{7844071A-F329-404D-B721-AED6C6A4257C}">
      <dgm:prSet/>
      <dgm:spPr/>
      <dgm:t>
        <a:bodyPr/>
        <a:lstStyle/>
        <a:p>
          <a:endParaRPr lang="en-US"/>
        </a:p>
      </dgm:t>
    </dgm:pt>
    <dgm:pt modelId="{C5BAEAD6-8D48-46C6-AEAD-B039DEBE4B7D}" type="sibTrans" cxnId="{7844071A-F329-404D-B721-AED6C6A4257C}">
      <dgm:prSet/>
      <dgm:spPr/>
      <dgm:t>
        <a:bodyPr/>
        <a:lstStyle/>
        <a:p>
          <a:endParaRPr lang="en-US"/>
        </a:p>
      </dgm:t>
    </dgm:pt>
    <dgm:pt modelId="{905A8078-4C5F-4412-BF04-8839F2B59826}">
      <dgm:prSet/>
      <dgm:spPr/>
      <dgm:t>
        <a:bodyPr/>
        <a:lstStyle/>
        <a:p>
          <a:r>
            <a:rPr lang="ru-RU"/>
            <a:t>Проследяване, контрол и мултидисциплинарен подход</a:t>
          </a:r>
          <a:endParaRPr lang="en-US"/>
        </a:p>
      </dgm:t>
    </dgm:pt>
    <dgm:pt modelId="{ADDE7DCE-D67B-4960-836E-045D8A0C315B}" type="parTrans" cxnId="{02C2B8DB-EC10-4F8E-B5C4-E88805264878}">
      <dgm:prSet/>
      <dgm:spPr/>
      <dgm:t>
        <a:bodyPr/>
        <a:lstStyle/>
        <a:p>
          <a:endParaRPr lang="en-US"/>
        </a:p>
      </dgm:t>
    </dgm:pt>
    <dgm:pt modelId="{F95EBF84-EBBB-47E5-9BF1-C60B8F03C614}" type="sibTrans" cxnId="{02C2B8DB-EC10-4F8E-B5C4-E88805264878}">
      <dgm:prSet/>
      <dgm:spPr/>
      <dgm:t>
        <a:bodyPr/>
        <a:lstStyle/>
        <a:p>
          <a:endParaRPr lang="en-US"/>
        </a:p>
      </dgm:t>
    </dgm:pt>
    <dgm:pt modelId="{25A65F9A-9CC4-4907-88C9-C7CBC120F9A1}" type="pres">
      <dgm:prSet presAssocID="{CBF32D50-7249-4890-B55C-DE913963320F}" presName="linear" presStyleCnt="0">
        <dgm:presLayoutVars>
          <dgm:animLvl val="lvl"/>
          <dgm:resizeHandles val="exact"/>
        </dgm:presLayoutVars>
      </dgm:prSet>
      <dgm:spPr/>
    </dgm:pt>
    <dgm:pt modelId="{2843D96D-0DAD-4B84-B2B0-8BE80AB14EA5}" type="pres">
      <dgm:prSet presAssocID="{8F9A459D-85DF-4B98-A97C-56CAF73DD6C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D0C9B6B-E929-4E97-8CCE-C0167AED7785}" type="pres">
      <dgm:prSet presAssocID="{9DF0CCCB-96B9-4B1F-96C9-BAF38785D22F}" presName="spacer" presStyleCnt="0"/>
      <dgm:spPr/>
    </dgm:pt>
    <dgm:pt modelId="{12EC7617-1587-4F1E-A0AF-81D1ECB01176}" type="pres">
      <dgm:prSet presAssocID="{B0F1DEDD-9E98-468B-88D3-C7304B67AF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8DD0485-E74B-44C7-85C9-BBC08266EC62}" type="pres">
      <dgm:prSet presAssocID="{E4C6FE0E-D8EB-42E9-9F3F-E887C9AA97F9}" presName="spacer" presStyleCnt="0"/>
      <dgm:spPr/>
    </dgm:pt>
    <dgm:pt modelId="{4D5138E3-D0D1-479D-B6C6-6EE5DABB3214}" type="pres">
      <dgm:prSet presAssocID="{9DD1D824-FB67-4AEA-AFEC-3513E81463E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B2E463E-34D5-409C-8F19-C06961E4E915}" type="pres">
      <dgm:prSet presAssocID="{C5BAEAD6-8D48-46C6-AEAD-B039DEBE4B7D}" presName="spacer" presStyleCnt="0"/>
      <dgm:spPr/>
    </dgm:pt>
    <dgm:pt modelId="{648869BE-0C58-4E8A-9648-7BAA32BB8B5E}" type="pres">
      <dgm:prSet presAssocID="{905A8078-4C5F-4412-BF04-8839F2B5982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E29130C-4879-4FB2-9FAF-0BE05B944A25}" type="presOf" srcId="{9DD1D824-FB67-4AEA-AFEC-3513E81463E6}" destId="{4D5138E3-D0D1-479D-B6C6-6EE5DABB3214}" srcOrd="0" destOrd="0" presId="urn:microsoft.com/office/officeart/2005/8/layout/vList2"/>
    <dgm:cxn modelId="{7844071A-F329-404D-B721-AED6C6A4257C}" srcId="{CBF32D50-7249-4890-B55C-DE913963320F}" destId="{9DD1D824-FB67-4AEA-AFEC-3513E81463E6}" srcOrd="2" destOrd="0" parTransId="{10D7B51C-224D-47D1-8B96-CDDE2B30582B}" sibTransId="{C5BAEAD6-8D48-46C6-AEAD-B039DEBE4B7D}"/>
    <dgm:cxn modelId="{FEE0432B-3BAB-49A8-ADD9-D8E16DFC6B3C}" srcId="{CBF32D50-7249-4890-B55C-DE913963320F}" destId="{B0F1DEDD-9E98-468B-88D3-C7304B67AF8F}" srcOrd="1" destOrd="0" parTransId="{E7FF579B-4685-4347-820C-D5CAC90FCE9E}" sibTransId="{E4C6FE0E-D8EB-42E9-9F3F-E887C9AA97F9}"/>
    <dgm:cxn modelId="{AB69AE74-2DBC-466B-9728-88065627AC34}" srcId="{CBF32D50-7249-4890-B55C-DE913963320F}" destId="{8F9A459D-85DF-4B98-A97C-56CAF73DD6C2}" srcOrd="0" destOrd="0" parTransId="{0463B70F-3458-4C22-B731-9B3C2B5AE516}" sibTransId="{9DF0CCCB-96B9-4B1F-96C9-BAF38785D22F}"/>
    <dgm:cxn modelId="{B95ACE9A-FF70-4F7F-8A7F-16B55882527B}" type="presOf" srcId="{B0F1DEDD-9E98-468B-88D3-C7304B67AF8F}" destId="{12EC7617-1587-4F1E-A0AF-81D1ECB01176}" srcOrd="0" destOrd="0" presId="urn:microsoft.com/office/officeart/2005/8/layout/vList2"/>
    <dgm:cxn modelId="{6B86CED1-3EEE-4E45-8A98-C78AF6A08751}" type="presOf" srcId="{905A8078-4C5F-4412-BF04-8839F2B59826}" destId="{648869BE-0C58-4E8A-9648-7BAA32BB8B5E}" srcOrd="0" destOrd="0" presId="urn:microsoft.com/office/officeart/2005/8/layout/vList2"/>
    <dgm:cxn modelId="{2F5DABD6-8795-4FE3-9A7A-30CE98444ED6}" type="presOf" srcId="{8F9A459D-85DF-4B98-A97C-56CAF73DD6C2}" destId="{2843D96D-0DAD-4B84-B2B0-8BE80AB14EA5}" srcOrd="0" destOrd="0" presId="urn:microsoft.com/office/officeart/2005/8/layout/vList2"/>
    <dgm:cxn modelId="{02C2B8DB-EC10-4F8E-B5C4-E88805264878}" srcId="{CBF32D50-7249-4890-B55C-DE913963320F}" destId="{905A8078-4C5F-4412-BF04-8839F2B59826}" srcOrd="3" destOrd="0" parTransId="{ADDE7DCE-D67B-4960-836E-045D8A0C315B}" sibTransId="{F95EBF84-EBBB-47E5-9BF1-C60B8F03C614}"/>
    <dgm:cxn modelId="{BEA16BF5-412B-4CE6-AC3E-DFFF3C4A40C0}" type="presOf" srcId="{CBF32D50-7249-4890-B55C-DE913963320F}" destId="{25A65F9A-9CC4-4907-88C9-C7CBC120F9A1}" srcOrd="0" destOrd="0" presId="urn:microsoft.com/office/officeart/2005/8/layout/vList2"/>
    <dgm:cxn modelId="{3EACDC51-3924-4284-9874-E3FD6E1612EE}" type="presParOf" srcId="{25A65F9A-9CC4-4907-88C9-C7CBC120F9A1}" destId="{2843D96D-0DAD-4B84-B2B0-8BE80AB14EA5}" srcOrd="0" destOrd="0" presId="urn:microsoft.com/office/officeart/2005/8/layout/vList2"/>
    <dgm:cxn modelId="{1D738443-BC94-49CA-A2E8-0E10BF03DF9E}" type="presParOf" srcId="{25A65F9A-9CC4-4907-88C9-C7CBC120F9A1}" destId="{CD0C9B6B-E929-4E97-8CCE-C0167AED7785}" srcOrd="1" destOrd="0" presId="urn:microsoft.com/office/officeart/2005/8/layout/vList2"/>
    <dgm:cxn modelId="{7222714B-0434-4B38-B586-4432EA549698}" type="presParOf" srcId="{25A65F9A-9CC4-4907-88C9-C7CBC120F9A1}" destId="{12EC7617-1587-4F1E-A0AF-81D1ECB01176}" srcOrd="2" destOrd="0" presId="urn:microsoft.com/office/officeart/2005/8/layout/vList2"/>
    <dgm:cxn modelId="{3147477D-F8E6-499C-A2FF-6DE041930DD3}" type="presParOf" srcId="{25A65F9A-9CC4-4907-88C9-C7CBC120F9A1}" destId="{18DD0485-E74B-44C7-85C9-BBC08266EC62}" srcOrd="3" destOrd="0" presId="urn:microsoft.com/office/officeart/2005/8/layout/vList2"/>
    <dgm:cxn modelId="{E311F921-3295-472E-BA34-89E7EBFCF1F6}" type="presParOf" srcId="{25A65F9A-9CC4-4907-88C9-C7CBC120F9A1}" destId="{4D5138E3-D0D1-479D-B6C6-6EE5DABB3214}" srcOrd="4" destOrd="0" presId="urn:microsoft.com/office/officeart/2005/8/layout/vList2"/>
    <dgm:cxn modelId="{9D8FECBF-9FC0-42CC-BB60-E71AD7BCCDD3}" type="presParOf" srcId="{25A65F9A-9CC4-4907-88C9-C7CBC120F9A1}" destId="{6B2E463E-34D5-409C-8F19-C06961E4E915}" srcOrd="5" destOrd="0" presId="urn:microsoft.com/office/officeart/2005/8/layout/vList2"/>
    <dgm:cxn modelId="{CB3306C3-F2FC-4C5C-A05B-51A9BC3B8CC3}" type="presParOf" srcId="{25A65F9A-9CC4-4907-88C9-C7CBC120F9A1}" destId="{648869BE-0C58-4E8A-9648-7BAA32BB8B5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DC8D3C-212D-4B27-B03A-0F234B8F36BC}">
      <dsp:nvSpPr>
        <dsp:cNvPr id="0" name=""/>
        <dsp:cNvSpPr/>
      </dsp:nvSpPr>
      <dsp:spPr>
        <a:xfrm>
          <a:off x="2308741" y="795731"/>
          <a:ext cx="5003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28" y="45720"/>
              </a:lnTo>
            </a:path>
          </a:pathLst>
        </a:custGeom>
        <a:noFill/>
        <a:ln w="9525" cap="flat" cmpd="sng" algn="ctr">
          <a:solidFill>
            <a:schemeClr val="bg1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45632" y="838796"/>
        <a:ext cx="26546" cy="5309"/>
      </dsp:txXfrm>
    </dsp:sp>
    <dsp:sp modelId="{EED09B69-8E8F-4752-81ED-8969F5F15A41}">
      <dsp:nvSpPr>
        <dsp:cNvPr id="0" name=""/>
        <dsp:cNvSpPr/>
      </dsp:nvSpPr>
      <dsp:spPr>
        <a:xfrm>
          <a:off x="2155" y="148935"/>
          <a:ext cx="2308386" cy="138503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113" tIns="118732" rIns="113113" bIns="11873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100" kern="1200" dirty="0"/>
            <a:t>Какво е епилепсия?</a:t>
          </a:r>
          <a:endParaRPr lang="en-US" sz="2100" kern="1200" dirty="0"/>
        </a:p>
      </dsp:txBody>
      <dsp:txXfrm>
        <a:off x="2155" y="148935"/>
        <a:ext cx="2308386" cy="1385031"/>
      </dsp:txXfrm>
    </dsp:sp>
    <dsp:sp modelId="{7E37D582-E77E-4E24-A5AD-C939E1F2438D}">
      <dsp:nvSpPr>
        <dsp:cNvPr id="0" name=""/>
        <dsp:cNvSpPr/>
      </dsp:nvSpPr>
      <dsp:spPr>
        <a:xfrm>
          <a:off x="5148056" y="795731"/>
          <a:ext cx="5003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28" y="45720"/>
              </a:lnTo>
            </a:path>
          </a:pathLst>
        </a:custGeom>
        <a:noFill/>
        <a:ln w="9525" cap="flat" cmpd="sng" algn="ctr">
          <a:solidFill>
            <a:schemeClr val="bg1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84947" y="838796"/>
        <a:ext cx="26546" cy="5309"/>
      </dsp:txXfrm>
    </dsp:sp>
    <dsp:sp modelId="{FF3BC2A3-53FC-4ACE-BC5C-1C28471BE2AC}">
      <dsp:nvSpPr>
        <dsp:cNvPr id="0" name=""/>
        <dsp:cNvSpPr/>
      </dsp:nvSpPr>
      <dsp:spPr>
        <a:xfrm>
          <a:off x="2841469" y="148935"/>
          <a:ext cx="2308386" cy="1385031"/>
        </a:xfrm>
        <a:prstGeom prst="rect">
          <a:avLst/>
        </a:prstGeom>
        <a:gradFill rotWithShape="0">
          <a:gsLst>
            <a:gs pos="0">
              <a:schemeClr val="accent5">
                <a:hueOff val="276709"/>
                <a:satOff val="30"/>
                <a:lumOff val="915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276709"/>
                <a:satOff val="30"/>
                <a:lumOff val="915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276709"/>
                <a:satOff val="30"/>
                <a:lumOff val="915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113" tIns="118732" rIns="113113" bIns="11873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100" kern="1200"/>
            <a:t>История на епилепсията</a:t>
          </a:r>
          <a:endParaRPr lang="en-US" sz="2100" kern="1200"/>
        </a:p>
      </dsp:txBody>
      <dsp:txXfrm>
        <a:off x="2841469" y="148935"/>
        <a:ext cx="2308386" cy="1385031"/>
      </dsp:txXfrm>
    </dsp:sp>
    <dsp:sp modelId="{A5179632-AA40-40E9-A317-047C2D21357E}">
      <dsp:nvSpPr>
        <dsp:cNvPr id="0" name=""/>
        <dsp:cNvSpPr/>
      </dsp:nvSpPr>
      <dsp:spPr>
        <a:xfrm>
          <a:off x="7987371" y="795731"/>
          <a:ext cx="5003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28" y="45720"/>
              </a:lnTo>
            </a:path>
          </a:pathLst>
        </a:custGeom>
        <a:noFill/>
        <a:ln w="9525" cap="flat" cmpd="sng" algn="ctr">
          <a:solidFill>
            <a:schemeClr val="bg1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24262" y="838796"/>
        <a:ext cx="26546" cy="5309"/>
      </dsp:txXfrm>
    </dsp:sp>
    <dsp:sp modelId="{FDFB8B76-7290-4D21-A378-ADD08D65EE33}">
      <dsp:nvSpPr>
        <dsp:cNvPr id="0" name=""/>
        <dsp:cNvSpPr/>
      </dsp:nvSpPr>
      <dsp:spPr>
        <a:xfrm>
          <a:off x="5680784" y="148935"/>
          <a:ext cx="2308386" cy="1385031"/>
        </a:xfrm>
        <a:prstGeom prst="rect">
          <a:avLst/>
        </a:prstGeom>
        <a:gradFill rotWithShape="0">
          <a:gsLst>
            <a:gs pos="0">
              <a:schemeClr val="accent5">
                <a:hueOff val="553417"/>
                <a:satOff val="59"/>
                <a:lumOff val="183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553417"/>
                <a:satOff val="59"/>
                <a:lumOff val="183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553417"/>
                <a:satOff val="59"/>
                <a:lumOff val="183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113" tIns="118732" rIns="113113" bIns="11873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100" kern="1200" dirty="0"/>
            <a:t>Какво представлява епилептичния пристъп?</a:t>
          </a:r>
          <a:endParaRPr lang="en-US" sz="2100" kern="1200" dirty="0"/>
        </a:p>
      </dsp:txBody>
      <dsp:txXfrm>
        <a:off x="5680784" y="148935"/>
        <a:ext cx="2308386" cy="1385031"/>
      </dsp:txXfrm>
    </dsp:sp>
    <dsp:sp modelId="{AFA4F812-804D-4ACE-A575-69A99433F309}">
      <dsp:nvSpPr>
        <dsp:cNvPr id="0" name=""/>
        <dsp:cNvSpPr/>
      </dsp:nvSpPr>
      <dsp:spPr>
        <a:xfrm>
          <a:off x="1156348" y="1532167"/>
          <a:ext cx="8517944" cy="500328"/>
        </a:xfrm>
        <a:custGeom>
          <a:avLst/>
          <a:gdLst/>
          <a:ahLst/>
          <a:cxnLst/>
          <a:rect l="0" t="0" r="0" b="0"/>
          <a:pathLst>
            <a:path>
              <a:moveTo>
                <a:pt x="8517944" y="0"/>
              </a:moveTo>
              <a:lnTo>
                <a:pt x="8517944" y="267264"/>
              </a:lnTo>
              <a:lnTo>
                <a:pt x="0" y="267264"/>
              </a:lnTo>
              <a:lnTo>
                <a:pt x="0" y="500328"/>
              </a:lnTo>
            </a:path>
          </a:pathLst>
        </a:custGeom>
        <a:noFill/>
        <a:ln w="9525" cap="flat" cmpd="sng" algn="ctr">
          <a:solidFill>
            <a:schemeClr val="bg1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01958" y="1779676"/>
        <a:ext cx="426723" cy="5309"/>
      </dsp:txXfrm>
    </dsp:sp>
    <dsp:sp modelId="{D1FF0C38-65E1-4CD6-9322-CD632BD6207F}">
      <dsp:nvSpPr>
        <dsp:cNvPr id="0" name=""/>
        <dsp:cNvSpPr/>
      </dsp:nvSpPr>
      <dsp:spPr>
        <a:xfrm>
          <a:off x="8520099" y="148935"/>
          <a:ext cx="2308386" cy="1385031"/>
        </a:xfrm>
        <a:prstGeom prst="rect">
          <a:avLst/>
        </a:prstGeom>
        <a:gradFill rotWithShape="0">
          <a:gsLst>
            <a:gs pos="0">
              <a:schemeClr val="accent5">
                <a:hueOff val="830126"/>
                <a:satOff val="89"/>
                <a:lumOff val="2745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830126"/>
                <a:satOff val="89"/>
                <a:lumOff val="2745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830126"/>
                <a:satOff val="89"/>
                <a:lumOff val="2745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113" tIns="118732" rIns="113113" bIns="11873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100" kern="1200"/>
            <a:t>Видове епилептични пристъпи</a:t>
          </a:r>
          <a:endParaRPr lang="en-US" sz="2100" kern="1200"/>
        </a:p>
      </dsp:txBody>
      <dsp:txXfrm>
        <a:off x="8520099" y="148935"/>
        <a:ext cx="2308386" cy="1385031"/>
      </dsp:txXfrm>
    </dsp:sp>
    <dsp:sp modelId="{D3B5CFC0-AC87-4456-A884-66C90DCB7386}">
      <dsp:nvSpPr>
        <dsp:cNvPr id="0" name=""/>
        <dsp:cNvSpPr/>
      </dsp:nvSpPr>
      <dsp:spPr>
        <a:xfrm>
          <a:off x="2308741" y="2711691"/>
          <a:ext cx="5003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28" y="45720"/>
              </a:lnTo>
            </a:path>
          </a:pathLst>
        </a:custGeom>
        <a:noFill/>
        <a:ln w="9525" cap="flat" cmpd="sng" algn="ctr">
          <a:solidFill>
            <a:schemeClr val="bg1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45632" y="2754757"/>
        <a:ext cx="26546" cy="5309"/>
      </dsp:txXfrm>
    </dsp:sp>
    <dsp:sp modelId="{83B095CF-C23E-4B8E-83EF-ED29F6EFB0DF}">
      <dsp:nvSpPr>
        <dsp:cNvPr id="0" name=""/>
        <dsp:cNvSpPr/>
      </dsp:nvSpPr>
      <dsp:spPr>
        <a:xfrm>
          <a:off x="2155" y="2064895"/>
          <a:ext cx="2308386" cy="1385031"/>
        </a:xfrm>
        <a:prstGeom prst="rect">
          <a:avLst/>
        </a:prstGeom>
        <a:gradFill rotWithShape="0">
          <a:gsLst>
            <a:gs pos="0">
              <a:schemeClr val="accent5">
                <a:hueOff val="1106835"/>
                <a:satOff val="119"/>
                <a:lumOff val="366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1106835"/>
                <a:satOff val="119"/>
                <a:lumOff val="366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1106835"/>
                <a:satOff val="119"/>
                <a:lumOff val="366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113" tIns="118732" rIns="113113" bIns="11873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Причини </a:t>
          </a:r>
          <a:r>
            <a:rPr lang="bg-BG" sz="2100" kern="1200"/>
            <a:t>и рискови фактори</a:t>
          </a:r>
          <a:endParaRPr lang="en-US" sz="2100" kern="1200"/>
        </a:p>
      </dsp:txBody>
      <dsp:txXfrm>
        <a:off x="2155" y="2064895"/>
        <a:ext cx="2308386" cy="1385031"/>
      </dsp:txXfrm>
    </dsp:sp>
    <dsp:sp modelId="{B4538AFF-BA99-4B26-BB9C-C44E2F830625}">
      <dsp:nvSpPr>
        <dsp:cNvPr id="0" name=""/>
        <dsp:cNvSpPr/>
      </dsp:nvSpPr>
      <dsp:spPr>
        <a:xfrm>
          <a:off x="5148056" y="2711691"/>
          <a:ext cx="50032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28" y="45720"/>
              </a:lnTo>
            </a:path>
          </a:pathLst>
        </a:custGeom>
        <a:noFill/>
        <a:ln w="9525" cap="flat" cmpd="sng" algn="ctr">
          <a:solidFill>
            <a:schemeClr val="bg1"/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84947" y="2754757"/>
        <a:ext cx="26546" cy="5309"/>
      </dsp:txXfrm>
    </dsp:sp>
    <dsp:sp modelId="{7A3CFBD5-D0A7-40A8-B08D-F0619743FFB5}">
      <dsp:nvSpPr>
        <dsp:cNvPr id="0" name=""/>
        <dsp:cNvSpPr/>
      </dsp:nvSpPr>
      <dsp:spPr>
        <a:xfrm>
          <a:off x="2841469" y="2064895"/>
          <a:ext cx="2308386" cy="1385031"/>
        </a:xfrm>
        <a:prstGeom prst="rect">
          <a:avLst/>
        </a:prstGeom>
        <a:gradFill rotWithShape="0">
          <a:gsLst>
            <a:gs pos="0">
              <a:schemeClr val="accent5">
                <a:hueOff val="1383543"/>
                <a:satOff val="148"/>
                <a:lumOff val="4575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1383543"/>
                <a:satOff val="148"/>
                <a:lumOff val="4575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1383543"/>
                <a:satOff val="148"/>
                <a:lumOff val="4575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113" tIns="118732" rIns="113113" bIns="11873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100" kern="1200"/>
            <a:t>Диагностика</a:t>
          </a:r>
          <a:endParaRPr lang="en-US" sz="2100" kern="1200"/>
        </a:p>
      </dsp:txBody>
      <dsp:txXfrm>
        <a:off x="2841469" y="2064895"/>
        <a:ext cx="2308386" cy="1385031"/>
      </dsp:txXfrm>
    </dsp:sp>
    <dsp:sp modelId="{997F6029-5F3A-4DBD-9F7C-0620B57474B5}">
      <dsp:nvSpPr>
        <dsp:cNvPr id="0" name=""/>
        <dsp:cNvSpPr/>
      </dsp:nvSpPr>
      <dsp:spPr>
        <a:xfrm>
          <a:off x="5680784" y="2064895"/>
          <a:ext cx="2308386" cy="1385031"/>
        </a:xfrm>
        <a:prstGeom prst="rect">
          <a:avLst/>
        </a:prstGeom>
        <a:gradFill rotWithShape="0">
          <a:gsLst>
            <a:gs pos="0">
              <a:schemeClr val="accent5">
                <a:hueOff val="1660252"/>
                <a:satOff val="178"/>
                <a:lumOff val="549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1660252"/>
                <a:satOff val="178"/>
                <a:lumOff val="549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1660252"/>
                <a:satOff val="178"/>
                <a:lumOff val="549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113" tIns="118732" rIns="113113" bIns="11873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100" kern="1200"/>
            <a:t>Лечение</a:t>
          </a:r>
          <a:endParaRPr lang="en-US" sz="2100" kern="1200"/>
        </a:p>
      </dsp:txBody>
      <dsp:txXfrm>
        <a:off x="5680784" y="2064895"/>
        <a:ext cx="2308386" cy="13850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20F40-C15E-4A0E-8898-B10E3DB6BE9E}">
      <dsp:nvSpPr>
        <dsp:cNvPr id="0" name=""/>
        <dsp:cNvSpPr/>
      </dsp:nvSpPr>
      <dsp:spPr>
        <a:xfrm>
          <a:off x="6614464" y="1371636"/>
          <a:ext cx="1319058" cy="6277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7794"/>
              </a:lnTo>
              <a:lnTo>
                <a:pt x="1319058" y="427794"/>
              </a:lnTo>
              <a:lnTo>
                <a:pt x="1319058" y="62775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C805E1-6D82-4CB4-A378-6C88E35A0F47}">
      <dsp:nvSpPr>
        <dsp:cNvPr id="0" name=""/>
        <dsp:cNvSpPr/>
      </dsp:nvSpPr>
      <dsp:spPr>
        <a:xfrm>
          <a:off x="5295406" y="1371636"/>
          <a:ext cx="1319058" cy="627752"/>
        </a:xfrm>
        <a:custGeom>
          <a:avLst/>
          <a:gdLst/>
          <a:ahLst/>
          <a:cxnLst/>
          <a:rect l="0" t="0" r="0" b="0"/>
          <a:pathLst>
            <a:path>
              <a:moveTo>
                <a:pt x="1319058" y="0"/>
              </a:moveTo>
              <a:lnTo>
                <a:pt x="1319058" y="427794"/>
              </a:lnTo>
              <a:lnTo>
                <a:pt x="0" y="427794"/>
              </a:lnTo>
              <a:lnTo>
                <a:pt x="0" y="62775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C09511-94F7-464C-A53B-C9AA83CD529A}">
      <dsp:nvSpPr>
        <dsp:cNvPr id="0" name=""/>
        <dsp:cNvSpPr/>
      </dsp:nvSpPr>
      <dsp:spPr>
        <a:xfrm>
          <a:off x="258999" y="1014"/>
          <a:ext cx="2158460" cy="13706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77BFF88-DAA9-48C5-9460-32C920DDF565}">
      <dsp:nvSpPr>
        <dsp:cNvPr id="0" name=""/>
        <dsp:cNvSpPr/>
      </dsp:nvSpPr>
      <dsp:spPr>
        <a:xfrm>
          <a:off x="498828" y="228852"/>
          <a:ext cx="2158460" cy="13706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kern="1200"/>
            <a:t>Анамнеза и неврологичен преглед</a:t>
          </a:r>
          <a:endParaRPr lang="en-US" sz="1300" kern="1200"/>
        </a:p>
      </dsp:txBody>
      <dsp:txXfrm>
        <a:off x="538972" y="268996"/>
        <a:ext cx="2078172" cy="1290334"/>
      </dsp:txXfrm>
    </dsp:sp>
    <dsp:sp modelId="{1B8C7DC3-DEBC-4E43-A068-47F0C7C3D2CD}">
      <dsp:nvSpPr>
        <dsp:cNvPr id="0" name=""/>
        <dsp:cNvSpPr/>
      </dsp:nvSpPr>
      <dsp:spPr>
        <a:xfrm>
          <a:off x="2897117" y="1014"/>
          <a:ext cx="2158460" cy="13706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C3AAB20-90C0-433A-B755-F8DF8A837786}">
      <dsp:nvSpPr>
        <dsp:cNvPr id="0" name=""/>
        <dsp:cNvSpPr/>
      </dsp:nvSpPr>
      <dsp:spPr>
        <a:xfrm>
          <a:off x="3136946" y="228852"/>
          <a:ext cx="2158460" cy="13706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kern="1200" dirty="0"/>
            <a:t>Електроенцефалография (ЕЕГ)</a:t>
          </a:r>
          <a:endParaRPr lang="en-US" sz="1300" kern="1200" dirty="0"/>
        </a:p>
      </dsp:txBody>
      <dsp:txXfrm>
        <a:off x="3177090" y="268996"/>
        <a:ext cx="2078172" cy="1290334"/>
      </dsp:txXfrm>
    </dsp:sp>
    <dsp:sp modelId="{C5FCCD79-D484-4179-B9C6-BAC0DB2238CE}">
      <dsp:nvSpPr>
        <dsp:cNvPr id="0" name=""/>
        <dsp:cNvSpPr/>
      </dsp:nvSpPr>
      <dsp:spPr>
        <a:xfrm>
          <a:off x="5535234" y="1014"/>
          <a:ext cx="2158460" cy="13706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031FC54-C289-43E3-8A48-CE3BF38C736C}">
      <dsp:nvSpPr>
        <dsp:cNvPr id="0" name=""/>
        <dsp:cNvSpPr/>
      </dsp:nvSpPr>
      <dsp:spPr>
        <a:xfrm>
          <a:off x="5775063" y="228852"/>
          <a:ext cx="2158460" cy="13706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kern="1200"/>
            <a:t>Образни изследвания </a:t>
          </a:r>
          <a:endParaRPr lang="en-US" sz="1300" kern="1200"/>
        </a:p>
      </dsp:txBody>
      <dsp:txXfrm>
        <a:off x="5815207" y="268996"/>
        <a:ext cx="2078172" cy="1290334"/>
      </dsp:txXfrm>
    </dsp:sp>
    <dsp:sp modelId="{FDED6187-86BA-4388-8A44-1C6ECA189E2E}">
      <dsp:nvSpPr>
        <dsp:cNvPr id="0" name=""/>
        <dsp:cNvSpPr/>
      </dsp:nvSpPr>
      <dsp:spPr>
        <a:xfrm>
          <a:off x="4216176" y="1999388"/>
          <a:ext cx="2158460" cy="13706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4E15781-DE96-467B-929F-571F56D1A917}">
      <dsp:nvSpPr>
        <dsp:cNvPr id="0" name=""/>
        <dsp:cNvSpPr/>
      </dsp:nvSpPr>
      <dsp:spPr>
        <a:xfrm>
          <a:off x="4456004" y="2227226"/>
          <a:ext cx="2158460" cy="13706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kern="1200"/>
            <a:t>Компютърна томография (КТ)</a:t>
          </a:r>
          <a:endParaRPr lang="en-US" sz="1300" kern="1200"/>
        </a:p>
      </dsp:txBody>
      <dsp:txXfrm>
        <a:off x="4496148" y="2267370"/>
        <a:ext cx="2078172" cy="1290334"/>
      </dsp:txXfrm>
    </dsp:sp>
    <dsp:sp modelId="{675AE50C-4728-4BE4-96FB-7C6CAF906EF9}">
      <dsp:nvSpPr>
        <dsp:cNvPr id="0" name=""/>
        <dsp:cNvSpPr/>
      </dsp:nvSpPr>
      <dsp:spPr>
        <a:xfrm>
          <a:off x="6854293" y="1999388"/>
          <a:ext cx="2158460" cy="13706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CAB4EC3-312E-41A0-8211-9C5D5D131E57}">
      <dsp:nvSpPr>
        <dsp:cNvPr id="0" name=""/>
        <dsp:cNvSpPr/>
      </dsp:nvSpPr>
      <dsp:spPr>
        <a:xfrm>
          <a:off x="7094122" y="2227226"/>
          <a:ext cx="2158460" cy="13706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kern="1200"/>
            <a:t>Магнитно-резонансна томография (МРТ)</a:t>
          </a:r>
          <a:endParaRPr lang="en-US" sz="1300" kern="1200"/>
        </a:p>
      </dsp:txBody>
      <dsp:txXfrm>
        <a:off x="7134266" y="2267370"/>
        <a:ext cx="2078172" cy="1290334"/>
      </dsp:txXfrm>
    </dsp:sp>
    <dsp:sp modelId="{3E2A0119-B88A-4BFA-9801-E3D252D9B6AA}">
      <dsp:nvSpPr>
        <dsp:cNvPr id="0" name=""/>
        <dsp:cNvSpPr/>
      </dsp:nvSpPr>
      <dsp:spPr>
        <a:xfrm>
          <a:off x="8173352" y="1014"/>
          <a:ext cx="2158460" cy="13706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4725B81-532C-4194-A856-527CA7157195}">
      <dsp:nvSpPr>
        <dsp:cNvPr id="0" name=""/>
        <dsp:cNvSpPr/>
      </dsp:nvSpPr>
      <dsp:spPr>
        <a:xfrm>
          <a:off x="8413181" y="228852"/>
          <a:ext cx="2158460" cy="13706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1300" kern="1200"/>
            <a:t>Кръвни тестове</a:t>
          </a:r>
          <a:endParaRPr lang="en-US" sz="1300" kern="1200"/>
        </a:p>
      </dsp:txBody>
      <dsp:txXfrm>
        <a:off x="8453325" y="268996"/>
        <a:ext cx="2078172" cy="12903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43D96D-0DAD-4B84-B2B0-8BE80AB14EA5}">
      <dsp:nvSpPr>
        <dsp:cNvPr id="0" name=""/>
        <dsp:cNvSpPr/>
      </dsp:nvSpPr>
      <dsp:spPr>
        <a:xfrm>
          <a:off x="0" y="368297"/>
          <a:ext cx="961386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800" kern="1200"/>
            <a:t>Антиепилептични противогърчови лекарства</a:t>
          </a:r>
          <a:endParaRPr lang="en-US" sz="2800" kern="1200"/>
        </a:p>
      </dsp:txBody>
      <dsp:txXfrm>
        <a:off x="31984" y="400281"/>
        <a:ext cx="9549892" cy="591232"/>
      </dsp:txXfrm>
    </dsp:sp>
    <dsp:sp modelId="{12EC7617-1587-4F1E-A0AF-81D1ECB01176}">
      <dsp:nvSpPr>
        <dsp:cNvPr id="0" name=""/>
        <dsp:cNvSpPr/>
      </dsp:nvSpPr>
      <dsp:spPr>
        <a:xfrm>
          <a:off x="0" y="1104137"/>
          <a:ext cx="961386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800" kern="1200"/>
            <a:t>Хирургично лечение</a:t>
          </a:r>
          <a:endParaRPr lang="en-US" sz="2800" kern="1200"/>
        </a:p>
      </dsp:txBody>
      <dsp:txXfrm>
        <a:off x="31984" y="1136121"/>
        <a:ext cx="9549892" cy="591232"/>
      </dsp:txXfrm>
    </dsp:sp>
    <dsp:sp modelId="{4D5138E3-D0D1-479D-B6C6-6EE5DABB3214}">
      <dsp:nvSpPr>
        <dsp:cNvPr id="0" name=""/>
        <dsp:cNvSpPr/>
      </dsp:nvSpPr>
      <dsp:spPr>
        <a:xfrm>
          <a:off x="0" y="1839978"/>
          <a:ext cx="961386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/>
            <a:t>Лечение на факторите и причините</a:t>
          </a:r>
          <a:endParaRPr lang="en-US" sz="2800" kern="1200"/>
        </a:p>
      </dsp:txBody>
      <dsp:txXfrm>
        <a:off x="31984" y="1871962"/>
        <a:ext cx="9549892" cy="591232"/>
      </dsp:txXfrm>
    </dsp:sp>
    <dsp:sp modelId="{648869BE-0C58-4E8A-9648-7BAA32BB8B5E}">
      <dsp:nvSpPr>
        <dsp:cNvPr id="0" name=""/>
        <dsp:cNvSpPr/>
      </dsp:nvSpPr>
      <dsp:spPr>
        <a:xfrm>
          <a:off x="0" y="2575818"/>
          <a:ext cx="961386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800" kern="1200"/>
            <a:t>Проследяване, контрол и мултидисциплинарен подход</a:t>
          </a:r>
          <a:endParaRPr lang="en-US" sz="2800" kern="1200"/>
        </a:p>
      </dsp:txBody>
      <dsp:txXfrm>
        <a:off x="31984" y="2607802"/>
        <a:ext cx="9549892" cy="5912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3679D-66B8-4E05-88FA-58689A74A437}" type="datetimeFigureOut">
              <a:rPr lang="bg-BG" smtClean="0"/>
              <a:t>1.12.2025 г.</a:t>
            </a:fld>
            <a:endParaRPr lang="bg-BG" dirty="0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 dirty="0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 dirty="0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68BFA-F8EF-40D8-9AB9-87A0CAB9D427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3016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68BFA-F8EF-40D8-9AB9-87A0CAB9D427}" type="slidenum">
              <a:rPr lang="bg-BG" smtClean="0"/>
              <a:t>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43717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39A9A-B4B0-4B32-B8CD-2E25E95134C4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21DC-8981-44E6-BC8C-2BA8F673FFBB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9C5D3-0140-4E75-8D7F-C0623D06DFD7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666F9-5B40-48E0-8DFD-99EF944CDD22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98D6B-2C72-4E21-9893-A649C6E2A47D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11C9-A66C-49F0-970E-F7B68D9109A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1AE78-96A2-4A23-B183-3B6DB4374FE7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0757-B101-4811-9189-10EB2F458E2D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 dirty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DC078-589F-40E3-816C-EE21D62B5BBA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 dirty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518A9-B687-4302-9395-2322403C665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9A684-0CB7-41E9-A4DF-5D1C2CA5BF6F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D7C35-9E19-4518-A4B2-3B09CD8CC75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96DA8-8897-4DDF-BFB6-5D83863C837A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BA708-C5F0-412D-90E2-1919F0D196AE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 с карти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dirty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dirty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 dirty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8F8FA-EF43-4642-9368-3F4E33039BD9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1E721-B01C-4D5D-A3CA-2E5518383F10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513FEF9-69D0-4F8C-A336-59491FBEDC47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04436-CA73-4D53-89B4-2A5C7347BF2F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tinyurl.com/ycfu9xry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tinyurl.com/fsrd9s4w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inyurl.com/yt7hcepv" TargetMode="External"/><Relationship Id="rId5" Type="http://schemas.openxmlformats.org/officeDocument/2006/relationships/hyperlink" Target="https://tinyurl.com/muu3u8se" TargetMode="External"/><Relationship Id="rId4" Type="http://schemas.openxmlformats.org/officeDocument/2006/relationships/hyperlink" Target="https://tinyurl.com/bdf9usbb" TargetMode="External"/><Relationship Id="rId9" Type="http://schemas.openxmlformats.org/officeDocument/2006/relationships/hyperlink" Target="https://tinyurl.com/44ps8b2a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0347581-BDD3-E17B-17E6-A3E05612F9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Епилепсия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0E07AA29-485D-01EA-1BB1-4668034D6D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Айсел Башева </a:t>
            </a:r>
            <a:r>
              <a:rPr lang="en-US" dirty="0"/>
              <a:t>F1180</a:t>
            </a:r>
            <a:r>
              <a:rPr lang="bg-BG" dirty="0"/>
              <a:t>63</a:t>
            </a:r>
            <a:r>
              <a:rPr lang="en-US" dirty="0"/>
              <a:t>, </a:t>
            </a:r>
            <a:r>
              <a:rPr lang="bg-BG" dirty="0"/>
              <a:t>Теодора Добрева </a:t>
            </a:r>
            <a:r>
              <a:rPr lang="en-US" dirty="0"/>
              <a:t>F118082,</a:t>
            </a:r>
            <a:endParaRPr lang="bg-BG" dirty="0"/>
          </a:p>
          <a:p>
            <a:r>
              <a:rPr lang="bg-BG" dirty="0"/>
              <a:t> Алиджан Хюсеин </a:t>
            </a:r>
            <a:r>
              <a:rPr lang="en-US" dirty="0"/>
              <a:t>F11</a:t>
            </a:r>
            <a:r>
              <a:rPr lang="bg-BG" dirty="0"/>
              <a:t>9683</a:t>
            </a:r>
            <a:r>
              <a:rPr lang="en-US" dirty="0"/>
              <a:t>,</a:t>
            </a:r>
            <a:r>
              <a:rPr lang="bg-BG" dirty="0"/>
              <a:t> Калоян Милчев </a:t>
            </a:r>
            <a:r>
              <a:rPr lang="en-US" dirty="0"/>
              <a:t>F118</a:t>
            </a:r>
            <a:r>
              <a:rPr lang="bg-BG" dirty="0"/>
              <a:t>428</a:t>
            </a:r>
            <a:r>
              <a:rPr lang="en-US" dirty="0"/>
              <a:t>,</a:t>
            </a:r>
            <a:endParaRPr lang="bg-BG" dirty="0"/>
          </a:p>
          <a:p>
            <a:r>
              <a:rPr lang="bg-BG" dirty="0"/>
              <a:t>Специалност: Информатика</a:t>
            </a:r>
            <a:r>
              <a:rPr lang="en-US" dirty="0"/>
              <a:t>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72979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ED4975A-31CE-9111-5109-378C77AD4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bg-BG"/>
              <a:t>Съдължание</a:t>
            </a:r>
          </a:p>
        </p:txBody>
      </p:sp>
      <p:graphicFrame>
        <p:nvGraphicFramePr>
          <p:cNvPr id="5" name="Контейнер за съдържание 2">
            <a:extLst>
              <a:ext uri="{FF2B5EF4-FFF2-40B4-BE49-F238E27FC236}">
                <a16:creationId xmlns:a16="http://schemas.microsoft.com/office/drawing/2014/main" id="{BB48DDEC-63EE-E5E8-0D25-A3A4A52582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0517738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26303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9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Rectangle 11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Picture 13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24" name="Rectangle 15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6BEB952-C1EC-7890-2151-B930A2AB3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bg-BG" sz="4400" dirty="0">
                <a:solidFill>
                  <a:srgbClr val="FFFFFF"/>
                </a:solidFill>
              </a:rPr>
              <a:t>1. Какво е епилепсия?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991BB8E-2971-BD88-55C0-6F0E7E8E1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r>
              <a:rPr lang="ru-RU" sz="2000" dirty="0">
                <a:solidFill>
                  <a:srgbClr val="FFFFFF"/>
                </a:solidFill>
                <a:effectLst/>
              </a:rPr>
              <a:t>Епилепсията е хронично неврологично заболяване, характеризиращо се с повтарящи се, непровокирани епилептични пристъпи. Тя засяга около </a:t>
            </a:r>
            <a:r>
              <a:rPr lang="ru-RU" sz="2000" b="1" dirty="0">
                <a:solidFill>
                  <a:srgbClr val="FFFFFF"/>
                </a:solidFill>
                <a:effectLst/>
              </a:rPr>
              <a:t>50 милиона души</a:t>
            </a:r>
            <a:r>
              <a:rPr lang="ru-RU" sz="2000" dirty="0">
                <a:solidFill>
                  <a:srgbClr val="FFFFFF"/>
                </a:solidFill>
                <a:effectLst/>
              </a:rPr>
              <a:t> по света, което я прави едно от най-разпространените неврологични заболявания глобално. Според Световната здравна организация (СЗО), епилепсията може да се развие при хора от всички възрасти, но най-често се диагностицира в ранна детска възраст и след 60-годишна възраст.</a:t>
            </a:r>
            <a:endParaRPr lang="bg-BG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610984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DBE3F7E-8061-6106-20DC-009E3D112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2. История на епилепсията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ED9E4F82-4631-BA36-1849-CBCDE1DA3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Древни времена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C65E8486-6F1E-C7B1-EE88-F750B0B1B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3555849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effectLst/>
              </a:rPr>
              <a:t>В древна Гърция епилепсията е била наричана "</a:t>
            </a:r>
            <a:r>
              <a:rPr lang="ru-RU" b="1" dirty="0">
                <a:effectLst/>
              </a:rPr>
              <a:t>свещената болест</a:t>
            </a:r>
            <a:r>
              <a:rPr lang="ru-RU" dirty="0">
                <a:effectLst/>
              </a:rPr>
              <a:t>" (morbus sacer), тъй като се е вярвало, че засегнатите са докоснати от боговете.</a:t>
            </a:r>
          </a:p>
          <a:p>
            <a:r>
              <a:rPr lang="ru-RU" dirty="0">
                <a:effectLst/>
              </a:rPr>
              <a:t>Въпреки това, </a:t>
            </a:r>
            <a:r>
              <a:rPr lang="ru-RU" b="1" dirty="0">
                <a:effectLst/>
              </a:rPr>
              <a:t>Хипократ</a:t>
            </a:r>
            <a:r>
              <a:rPr lang="ru-RU" dirty="0">
                <a:effectLst/>
              </a:rPr>
              <a:t> (около 400 г. пр.н.е.) е първият, който оспорва това вярване в своя труд "За свещената болест". Той твърди, че епилепсията има </a:t>
            </a:r>
            <a:r>
              <a:rPr lang="ru-RU" b="1" dirty="0">
                <a:effectLst/>
              </a:rPr>
              <a:t>естествен произход в мозъка</a:t>
            </a:r>
            <a:r>
              <a:rPr lang="ru-RU" dirty="0">
                <a:effectLst/>
              </a:rPr>
              <a:t> и не е причинена от божествена намеса. Това е забележително прозрение, изпреварило времето си с хилядолетия.</a:t>
            </a:r>
            <a:endParaRPr lang="bg-BG" dirty="0"/>
          </a:p>
        </p:txBody>
      </p:sp>
      <p:pic>
        <p:nvPicPr>
          <p:cNvPr id="1028" name="Picture 4" descr="Хипократ • Автор • Издателство &quot;Изток-Запад&quot;">
            <a:extLst>
              <a:ext uri="{FF2B5EF4-FFF2-40B4-BE49-F238E27FC236}">
                <a16:creationId xmlns:a16="http://schemas.microsoft.com/office/drawing/2014/main" id="{E611C2BB-E15B-4A4A-0F37-40641BAC12CC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040" y="2833759"/>
            <a:ext cx="2682240" cy="33528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364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E4DCE04-60A6-7549-5A02-C8160B3CB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2. История на епилепсията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DFCC0872-658E-F386-2846-FDAAAE608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Средновековие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AB75FF4B-8EA3-CB54-C07B-96F0C4B88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322" y="3030009"/>
            <a:ext cx="4913801" cy="2989792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През Средновековието в Европа епилепсията отново е била свързвана с демонично обладаване и магьосничество.</a:t>
            </a:r>
          </a:p>
          <a:p>
            <a:r>
              <a:rPr lang="ru-RU" b="1" dirty="0">
                <a:effectLst/>
              </a:rPr>
              <a:t>Последици за засегнатите:</a:t>
            </a:r>
            <a:endParaRPr lang="ru-RU" dirty="0">
              <a:effectLst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ru-RU" dirty="0">
                <a:effectLst/>
              </a:rPr>
              <a:t>Стигматизация и социална изолация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ru-RU" dirty="0">
                <a:effectLst/>
              </a:rPr>
              <a:t>Подлагане на екзорсизъм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ru-RU" dirty="0">
                <a:effectLst/>
              </a:rPr>
              <a:t>В някои случаи - обвинения в магьосничество и преследване</a:t>
            </a:r>
          </a:p>
          <a:p>
            <a:endParaRPr lang="bg-BG" dirty="0"/>
          </a:p>
        </p:txBody>
      </p:sp>
      <p:pic>
        <p:nvPicPr>
          <p:cNvPr id="2050" name="Picture 2" descr="Социалната изолация възпалява тялото - Cross.bg">
            <a:extLst>
              <a:ext uri="{FF2B5EF4-FFF2-40B4-BE49-F238E27FC236}">
                <a16:creationId xmlns:a16="http://schemas.microsoft.com/office/drawing/2014/main" id="{741F5F81-CB09-031B-1B38-DEC333A566B5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6236" y="3030008"/>
            <a:ext cx="4700588" cy="2867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98531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431295C-1ADD-B2DB-2F30-31138D2F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2. История на епилепсията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B81A59F9-7F4C-DD5D-870C-F89486C14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Ренесанс и Просвещение (17 – 18 век)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6F75BC20-418E-E036-6CCE-F134DDA51EB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През този период започва постепенен преход към по-научен подход.</a:t>
            </a:r>
          </a:p>
          <a:p>
            <a:endParaRPr lang="bg-BG" dirty="0"/>
          </a:p>
        </p:txBody>
      </p:sp>
      <p:graphicFrame>
        <p:nvGraphicFramePr>
          <p:cNvPr id="7" name="Контейнер за съдържание 6">
            <a:extLst>
              <a:ext uri="{FF2B5EF4-FFF2-40B4-BE49-F238E27FC236}">
                <a16:creationId xmlns:a16="http://schemas.microsoft.com/office/drawing/2014/main" id="{DE4CB963-8FF5-67E9-E455-77AC9F7FE78E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431576212"/>
              </p:ext>
            </p:extLst>
          </p:nvPr>
        </p:nvGraphicFramePr>
        <p:xfrm>
          <a:off x="680319" y="4483097"/>
          <a:ext cx="5672364" cy="1900691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90788">
                  <a:extLst>
                    <a:ext uri="{9D8B030D-6E8A-4147-A177-3AD203B41FA5}">
                      <a16:colId xmlns:a16="http://schemas.microsoft.com/office/drawing/2014/main" val="4235172752"/>
                    </a:ext>
                  </a:extLst>
                </a:gridCol>
                <a:gridCol w="1890788">
                  <a:extLst>
                    <a:ext uri="{9D8B030D-6E8A-4147-A177-3AD203B41FA5}">
                      <a16:colId xmlns:a16="http://schemas.microsoft.com/office/drawing/2014/main" val="2495865164"/>
                    </a:ext>
                  </a:extLst>
                </a:gridCol>
                <a:gridCol w="1890788">
                  <a:extLst>
                    <a:ext uri="{9D8B030D-6E8A-4147-A177-3AD203B41FA5}">
                      <a16:colId xmlns:a16="http://schemas.microsoft.com/office/drawing/2014/main" val="1563727261"/>
                    </a:ext>
                  </a:extLst>
                </a:gridCol>
              </a:tblGrid>
              <a:tr h="384350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Учен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Период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Принос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641207"/>
                  </a:ext>
                </a:extLst>
              </a:tr>
              <a:tr h="1516341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Томас Уилис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1621 - 1675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Детайлни изследвания на мозъка и невроанатомия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363795"/>
                  </a:ext>
                </a:extLst>
              </a:tr>
            </a:tbl>
          </a:graphicData>
        </a:graphic>
      </p:graphicFrame>
      <p:pic>
        <p:nvPicPr>
          <p:cNvPr id="3076" name="Picture 4" descr="Томас Уилис – Уикипедия">
            <a:extLst>
              <a:ext uri="{FF2B5EF4-FFF2-40B4-BE49-F238E27FC236}">
                <a16:creationId xmlns:a16="http://schemas.microsoft.com/office/drawing/2014/main" id="{C833F8F4-E98C-7DEC-A429-BB20988F6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346" y="2518002"/>
            <a:ext cx="2899683" cy="330563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52398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46D25AF-4429-FE50-6C18-477BC19CE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2. История на епилепсията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64B25EFF-635C-F9C6-5AF1-06425352B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618" y="2336873"/>
            <a:ext cx="4700059" cy="693135"/>
          </a:xfrm>
        </p:spPr>
        <p:txBody>
          <a:bodyPr>
            <a:normAutofit/>
          </a:bodyPr>
          <a:lstStyle/>
          <a:p>
            <a:r>
              <a:rPr lang="bg-BG" dirty="0"/>
              <a:t>Научната революция – 19 век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3F5587B0-D67C-E461-1136-88E68323E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618" y="3030008"/>
            <a:ext cx="4796896" cy="3207506"/>
          </a:xfrm>
        </p:spPr>
        <p:txBody>
          <a:bodyPr>
            <a:normAutofit lnSpcReduction="10000"/>
          </a:bodyPr>
          <a:lstStyle/>
          <a:p>
            <a:r>
              <a:rPr lang="bg-BG" b="1" dirty="0">
                <a:effectLst/>
              </a:rPr>
              <a:t>Джон Хълингс Джаксън (1835-1911)</a:t>
            </a:r>
            <a:endParaRPr lang="bg-BG" dirty="0">
              <a:effectLst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bg-BG" dirty="0">
                <a:effectLst/>
              </a:rPr>
              <a:t>Британски невролог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bg-BG" dirty="0">
                <a:effectLst/>
              </a:rPr>
              <a:t>Формулира концепцията, че епилептичните пристъпи са резултат от </a:t>
            </a:r>
            <a:r>
              <a:rPr lang="bg-BG" b="1" dirty="0">
                <a:effectLst/>
              </a:rPr>
              <a:t>внезапни, прекомерни и бързи разряди на сива мозъчна материя</a:t>
            </a:r>
            <a:endParaRPr lang="bg-BG" dirty="0">
              <a:effectLst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bg-BG" dirty="0">
                <a:effectLst/>
              </a:rPr>
              <a:t>Описва т.нар. "джаксънови пристъпи" - фокални моторни гърчове, които се разпространяват по тялото</a:t>
            </a:r>
          </a:p>
          <a:p>
            <a:endParaRPr lang="bg-BG" dirty="0"/>
          </a:p>
        </p:txBody>
      </p:sp>
      <p:graphicFrame>
        <p:nvGraphicFramePr>
          <p:cNvPr id="7" name="Контейнер за съдържание 6">
            <a:extLst>
              <a:ext uri="{FF2B5EF4-FFF2-40B4-BE49-F238E27FC236}">
                <a16:creationId xmlns:a16="http://schemas.microsoft.com/office/drawing/2014/main" id="{026AF36C-02EF-09A9-AC73-9C44122C2688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02686857"/>
              </p:ext>
            </p:extLst>
          </p:nvPr>
        </p:nvGraphicFramePr>
        <p:xfrm>
          <a:off x="5573486" y="3106738"/>
          <a:ext cx="6402843" cy="32918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134281">
                  <a:extLst>
                    <a:ext uri="{9D8B030D-6E8A-4147-A177-3AD203B41FA5}">
                      <a16:colId xmlns:a16="http://schemas.microsoft.com/office/drawing/2014/main" val="4010747005"/>
                    </a:ext>
                  </a:extLst>
                </a:gridCol>
                <a:gridCol w="2134281">
                  <a:extLst>
                    <a:ext uri="{9D8B030D-6E8A-4147-A177-3AD203B41FA5}">
                      <a16:colId xmlns:a16="http://schemas.microsoft.com/office/drawing/2014/main" val="2839944693"/>
                    </a:ext>
                  </a:extLst>
                </a:gridCol>
                <a:gridCol w="2134281">
                  <a:extLst>
                    <a:ext uri="{9D8B030D-6E8A-4147-A177-3AD203B41FA5}">
                      <a16:colId xmlns:a16="http://schemas.microsoft.com/office/drawing/2014/main" val="1419893962"/>
                    </a:ext>
                  </a:extLst>
                </a:gridCol>
              </a:tblGrid>
              <a:tr h="352152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Година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Медикамент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Откритие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146528"/>
                  </a:ext>
                </a:extLst>
              </a:tr>
              <a:tr h="1910304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1857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Калиев бромид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effectLst/>
                        </a:rPr>
                        <a:t>Сър Чарлз Локок открива антиконвулсивните му свойства - първото ефективно лечение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3607876165"/>
                  </a:ext>
                </a:extLst>
              </a:tr>
              <a:tr h="868320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1912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Фенобарбитал</a:t>
                      </a:r>
                      <a:endParaRPr lang="bg-B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effectLst/>
                        </a:rPr>
                        <a:t>Синтезиран, използва се и до днес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828323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65490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B32FCCA-F33B-4426-43FB-88CA04DC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2. История на епилепсията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385A3DE1-1844-4602-0C38-468CF62D2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Модерна ера – 20 век</a:t>
            </a:r>
          </a:p>
        </p:txBody>
      </p:sp>
      <p:graphicFrame>
        <p:nvGraphicFramePr>
          <p:cNvPr id="7" name="Контейнер за съдържание 6">
            <a:extLst>
              <a:ext uri="{FF2B5EF4-FFF2-40B4-BE49-F238E27FC236}">
                <a16:creationId xmlns:a16="http://schemas.microsoft.com/office/drawing/2014/main" id="{E2C9CC2B-EAC7-DF5B-9294-EE12120A5D4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40160224"/>
              </p:ext>
            </p:extLst>
          </p:nvPr>
        </p:nvGraphicFramePr>
        <p:xfrm>
          <a:off x="1" y="3652520"/>
          <a:ext cx="12192000" cy="3205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95982494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083899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88934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Година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Събитие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189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1929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Ханс Бергер изобретява ЕЕГ</a:t>
                      </a:r>
                      <a:endParaRPr lang="bg-B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Революция в диагностиката - визуализация на мозъчната електрическа активност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141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1938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Въвеждане на фенитоин</a:t>
                      </a:r>
                      <a:endParaRPr lang="bg-BG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Първият АЕЛ, разработен чрез систематичен скрининг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609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1963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>
                          <a:effectLst/>
                        </a:rPr>
                        <a:t>Карбамазепин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dirty="0">
                          <a:effectLst/>
                        </a:rPr>
                        <a:t>Нов ефективен антиепилептичен медикамент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900453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1967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bg-BG" dirty="0">
                          <a:effectLst/>
                        </a:rPr>
                        <a:t>Валпроева киселина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bg-B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Широкоспектърен антиепилептичен медикамент</a:t>
                      </a:r>
                      <a:endParaRPr lang="bg-B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548473"/>
                  </a:ext>
                </a:extLst>
              </a:tr>
            </a:tbl>
          </a:graphicData>
        </a:graphic>
      </p:graphicFrame>
      <p:pic>
        <p:nvPicPr>
          <p:cNvPr id="5122" name="Picture 2" descr="Hans Berger (1873-1941). | Download Scientific Diagram">
            <a:extLst>
              <a:ext uri="{FF2B5EF4-FFF2-40B4-BE49-F238E27FC236}">
                <a16:creationId xmlns:a16="http://schemas.microsoft.com/office/drawing/2014/main" id="{C83CC7EE-780C-DD03-EE28-B97DB449EA25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800" y="124883"/>
            <a:ext cx="2258633" cy="306690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0459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CB555FA-A450-CA91-3CD7-656E67753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2. История на епилепсията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7245D75B-C54D-0421-89A5-B60D76EF1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/>
              <a:t>Съвременност – 21 век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0E247C7C-9476-C6D1-FB2A-829072721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3827992"/>
          </a:xfrm>
        </p:spPr>
        <p:txBody>
          <a:bodyPr>
            <a:normAutofit/>
          </a:bodyPr>
          <a:lstStyle/>
          <a:p>
            <a:r>
              <a:rPr lang="ru-RU" dirty="0">
                <a:effectLst/>
              </a:rPr>
              <a:t>Днес епилепсията се разбира като сложно неврологично заболяване с множество причини: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bg-BG" sz="2000" dirty="0">
                <a:effectLst/>
              </a:rPr>
              <a:t>Генетични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bg-BG" sz="2000" dirty="0">
                <a:effectLst/>
              </a:rPr>
              <a:t>Структурни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bg-BG" sz="2000" dirty="0">
                <a:effectLst/>
              </a:rPr>
              <a:t>Метаболитни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bg-BG" sz="2000" dirty="0">
                <a:effectLst/>
              </a:rPr>
              <a:t>Имунни</a:t>
            </a:r>
          </a:p>
        </p:txBody>
      </p:sp>
      <p:pic>
        <p:nvPicPr>
          <p:cNvPr id="6146" name="Picture 2" descr="Гените, храната и детското здраве - NutriGen">
            <a:extLst>
              <a:ext uri="{FF2B5EF4-FFF2-40B4-BE49-F238E27FC236}">
                <a16:creationId xmlns:a16="http://schemas.microsoft.com/office/drawing/2014/main" id="{E7E3B3CA-C147-ECB3-79EA-155A8C3447B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705" y="2683440"/>
            <a:ext cx="5334907" cy="2998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3146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1DA4A20-1DD6-463A-865B-BC58C7202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62C18E5-8207-4CDA-8D1F-3399785D1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97995CCA-C661-4B85-AAC2-9D76A3B78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37014F-02CF-4051-B4DD-B0501BC1E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1286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313E9DE-8798-23C7-908A-EFC6B7616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584677" cy="1080938"/>
          </a:xfrm>
        </p:spPr>
        <p:txBody>
          <a:bodyPr>
            <a:noAutofit/>
          </a:bodyPr>
          <a:lstStyle/>
          <a:p>
            <a:r>
              <a:rPr lang="bg-BG" dirty="0"/>
              <a:t>3. Какво представлява епилептичния пристъп?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100C9ED-4B59-4A55-9A49-AED52060E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6409944" cy="258395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BDEF6C86-E864-B6CD-7D81-A98F76FB9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5104843" cy="4521127"/>
          </a:xfrm>
        </p:spPr>
        <p:txBody>
          <a:bodyPr>
            <a:normAutofit/>
          </a:bodyPr>
          <a:lstStyle/>
          <a:p>
            <a:r>
              <a:rPr lang="ru-RU" sz="2000" dirty="0">
                <a:effectLst/>
              </a:rPr>
              <a:t>Епилептичният пристъп е внезапна, временна промяна в поведението, движенията, усещанията или съзнанието, причинена от абнормна, прекомерна и хиперсинхронна електрическа активност в група неврони в мозъка.</a:t>
            </a:r>
          </a:p>
          <a:p>
            <a:r>
              <a:rPr lang="ru-RU" sz="2000" dirty="0">
                <a:effectLst/>
              </a:rPr>
              <a:t>При нормални обстоятелства мозъчните неврони комуникират чрез контролирани електрически сигнали. При епилептичен пристъп настъпва дисбаланс между възбудителните и инхибиторните механизми в мозъка.</a:t>
            </a:r>
          </a:p>
          <a:p>
            <a:r>
              <a:rPr lang="ru-RU" sz="2000" dirty="0">
                <a:effectLst/>
              </a:rPr>
              <a:t>Този дисбаланс води до:</a:t>
            </a:r>
          </a:p>
          <a:p>
            <a:endParaRPr lang="bg-BG" sz="17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9BAAAD-6CE7-413C-9BB1-497788C84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163" y="642795"/>
            <a:ext cx="4812406" cy="557512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71E7853-D563-A279-8DE1-EE99F1A3D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998246"/>
              </p:ext>
            </p:extLst>
          </p:nvPr>
        </p:nvGraphicFramePr>
        <p:xfrm>
          <a:off x="7043933" y="1419705"/>
          <a:ext cx="4178419" cy="4011796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324439">
                  <a:extLst>
                    <a:ext uri="{9D8B030D-6E8A-4147-A177-3AD203B41FA5}">
                      <a16:colId xmlns:a16="http://schemas.microsoft.com/office/drawing/2014/main" val="2864784512"/>
                    </a:ext>
                  </a:extLst>
                </a:gridCol>
                <a:gridCol w="1853980">
                  <a:extLst>
                    <a:ext uri="{9D8B030D-6E8A-4147-A177-3AD203B41FA5}">
                      <a16:colId xmlns:a16="http://schemas.microsoft.com/office/drawing/2014/main" val="3980253936"/>
                    </a:ext>
                  </a:extLst>
                </a:gridCol>
              </a:tblGrid>
              <a:tr h="329740">
                <a:tc>
                  <a:txBody>
                    <a:bodyPr/>
                    <a:lstStyle/>
                    <a:p>
                      <a:pPr algn="ctr"/>
                      <a:r>
                        <a:rPr lang="bg-BG" sz="1500" dirty="0"/>
                        <a:t>Процес</a:t>
                      </a:r>
                    </a:p>
                  </a:txBody>
                  <a:tcPr marL="76990" marR="76990" marT="38496" marB="38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500" dirty="0"/>
                        <a:t>Описание</a:t>
                      </a:r>
                    </a:p>
                  </a:txBody>
                  <a:tcPr marL="76990" marR="76990" marT="38496" marB="38496"/>
                </a:tc>
                <a:extLst>
                  <a:ext uri="{0D108BD9-81ED-4DB2-BD59-A6C34878D82A}">
                    <a16:rowId xmlns:a16="http://schemas.microsoft.com/office/drawing/2014/main" val="3324905669"/>
                  </a:ext>
                </a:extLst>
              </a:tr>
              <a:tr h="1227352">
                <a:tc>
                  <a:txBody>
                    <a:bodyPr/>
                    <a:lstStyle/>
                    <a:p>
                      <a:pPr algn="ctr"/>
                      <a:r>
                        <a:rPr lang="bg-BG" sz="15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Хиперексцитабилност</a:t>
                      </a:r>
                      <a:endParaRPr lang="bg-BG" sz="1500" dirty="0"/>
                    </a:p>
                  </a:txBody>
                  <a:tcPr marL="76990" marR="76990" marT="38496" marB="38496"/>
                </a:tc>
                <a:tc>
                  <a:txBody>
                    <a:bodyPr/>
                    <a:lstStyle/>
                    <a:p>
                      <a:r>
                        <a:rPr lang="ru-RU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Невроните стават прекалено чувствителни и се възбуждат по-лесно</a:t>
                      </a:r>
                      <a:endParaRPr lang="bg-BG" sz="1500" dirty="0"/>
                    </a:p>
                  </a:txBody>
                  <a:tcPr marL="76990" marR="76990" marT="38496" marB="38496"/>
                </a:tc>
                <a:extLst>
                  <a:ext uri="{0D108BD9-81ED-4DB2-BD59-A6C34878D82A}">
                    <a16:rowId xmlns:a16="http://schemas.microsoft.com/office/drawing/2014/main" val="261824018"/>
                  </a:ext>
                </a:extLst>
              </a:tr>
              <a:tr h="1002949">
                <a:tc>
                  <a:txBody>
                    <a:bodyPr/>
                    <a:lstStyle/>
                    <a:p>
                      <a:pPr algn="ctr"/>
                      <a:r>
                        <a:rPr lang="bg-BG" sz="15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Хиперсинхронност</a:t>
                      </a:r>
                      <a:endParaRPr lang="bg-BG" sz="1500" dirty="0"/>
                    </a:p>
                  </a:txBody>
                  <a:tcPr marL="76990" marR="76990" marT="38496" marB="38496"/>
                </a:tc>
                <a:tc>
                  <a:txBody>
                    <a:bodyPr/>
                    <a:lstStyle/>
                    <a:p>
                      <a:r>
                        <a:rPr lang="ru-RU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Големи групи неврони започват да се активират едновременно</a:t>
                      </a:r>
                      <a:endParaRPr lang="bg-BG" sz="1500" dirty="0"/>
                    </a:p>
                  </a:txBody>
                  <a:tcPr marL="76990" marR="76990" marT="38496" marB="38496"/>
                </a:tc>
                <a:extLst>
                  <a:ext uri="{0D108BD9-81ED-4DB2-BD59-A6C34878D82A}">
                    <a16:rowId xmlns:a16="http://schemas.microsoft.com/office/drawing/2014/main" val="979742064"/>
                  </a:ext>
                </a:extLst>
              </a:tr>
              <a:tr h="1451755">
                <a:tc>
                  <a:txBody>
                    <a:bodyPr/>
                    <a:lstStyle/>
                    <a:p>
                      <a:pPr algn="ctr"/>
                      <a:r>
                        <a:rPr lang="bg-BG" sz="15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Разпространение</a:t>
                      </a:r>
                      <a:endParaRPr lang="bg-BG" sz="1500" dirty="0"/>
                    </a:p>
                  </a:txBody>
                  <a:tcPr marL="76990" marR="76990" marT="38496" marB="38496"/>
                </a:tc>
                <a:tc>
                  <a:txBody>
                    <a:bodyPr/>
                    <a:lstStyle/>
                    <a:p>
                      <a:r>
                        <a:rPr lang="ru-RU" sz="15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Абнормната активност може да се разпространи от фокална зона към други части на мозъка</a:t>
                      </a:r>
                      <a:endParaRPr lang="bg-BG" sz="1500" dirty="0"/>
                    </a:p>
                  </a:txBody>
                  <a:tcPr marL="76990" marR="76990" marT="38496" marB="38496"/>
                </a:tc>
                <a:extLst>
                  <a:ext uri="{0D108BD9-81ED-4DB2-BD59-A6C34878D82A}">
                    <a16:rowId xmlns:a16="http://schemas.microsoft.com/office/drawing/2014/main" val="699606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2967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C1DA4A20-1DD6-463A-865B-BC58C7202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62C18E5-8207-4CDA-8D1F-3399785D1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97995CCA-C661-4B85-AAC2-9D76A3B78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37014F-02CF-4051-B4DD-B0501BC1E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1286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07135CA-A8B6-568C-1ED3-5BF60B89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584677" cy="1080938"/>
          </a:xfrm>
        </p:spPr>
        <p:txBody>
          <a:bodyPr>
            <a:normAutofit/>
          </a:bodyPr>
          <a:lstStyle/>
          <a:p>
            <a:r>
              <a:rPr lang="bg-BG" dirty="0"/>
              <a:t>3. Какво представлява епилептичния пристъп?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4100C9ED-4B59-4A55-9A49-AED52060E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6409944" cy="258395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ACBE8F6-3292-20B6-22C7-7F9911165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5104843" cy="4434041"/>
          </a:xfrm>
        </p:spPr>
        <p:txBody>
          <a:bodyPr>
            <a:normAutofit/>
          </a:bodyPr>
          <a:lstStyle/>
          <a:p>
            <a:r>
              <a:rPr lang="bg-BG" sz="2000" dirty="0"/>
              <a:t>Фази на пристъпа:</a:t>
            </a:r>
          </a:p>
          <a:p>
            <a:pPr marL="914400" lvl="1" indent="-457200">
              <a:buFont typeface="+mj-lt"/>
              <a:buAutoNum type="arabicPeriod"/>
            </a:pPr>
            <a:r>
              <a:rPr lang="bg-BG" b="1" dirty="0">
                <a:effectLst/>
              </a:rPr>
              <a:t>Продромална фаза (</a:t>
            </a:r>
            <a:r>
              <a:rPr lang="ru-RU" dirty="0">
                <a:effectLst/>
              </a:rPr>
              <a:t>Часове до дни преди пристъпа</a:t>
            </a:r>
            <a:r>
              <a:rPr lang="bg-BG" b="1" dirty="0">
                <a:effectLst/>
              </a:rPr>
              <a:t>)</a:t>
            </a:r>
          </a:p>
          <a:p>
            <a:pPr marL="914400" lvl="2" indent="0">
              <a:buNone/>
            </a:pPr>
            <a:r>
              <a:rPr lang="ru-RU" sz="2000" dirty="0">
                <a:effectLst/>
              </a:rPr>
              <a:t>Някои пациенти съобщават за неспецифични симптоми: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000" dirty="0">
                <a:effectLst/>
              </a:rPr>
              <a:t>Промяна в настроението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000" dirty="0">
                <a:effectLst/>
              </a:rPr>
              <a:t>Раздразнителност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000" dirty="0">
                <a:effectLst/>
              </a:rPr>
              <a:t>Главоболие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000" dirty="0">
                <a:effectLst/>
              </a:rPr>
              <a:t>Нарушения на съня</a:t>
            </a:r>
          </a:p>
          <a:p>
            <a:pPr marL="914400" lvl="1" indent="-457200">
              <a:buFont typeface="+mj-lt"/>
              <a:buAutoNum type="arabicPeriod"/>
            </a:pPr>
            <a:r>
              <a:rPr lang="bg-BG" b="1" dirty="0">
                <a:effectLst/>
              </a:rPr>
              <a:t>Аура (</a:t>
            </a:r>
            <a:r>
              <a:rPr lang="bg-BG" dirty="0">
                <a:effectLst/>
              </a:rPr>
              <a:t>Секунди до минути преди пристъпа</a:t>
            </a:r>
            <a:r>
              <a:rPr lang="bg-BG" b="1" dirty="0">
                <a:effectLst/>
              </a:rPr>
              <a:t>) –</a:t>
            </a:r>
            <a:r>
              <a:rPr lang="en-US" b="1" dirty="0">
                <a:effectLst/>
              </a:rPr>
              <a:t>&gt; </a:t>
            </a:r>
            <a:r>
              <a:rPr lang="bg-BG" b="1" dirty="0">
                <a:effectLst/>
              </a:rPr>
              <a:t>началото на пристъпа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bg-BG" sz="1700" b="1" dirty="0">
              <a:effectLst/>
            </a:endParaRPr>
          </a:p>
          <a:p>
            <a:endParaRPr lang="bg-BG" sz="17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09BAAAD-6CE7-413C-9BB1-497788C84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163" y="642795"/>
            <a:ext cx="4812406" cy="557512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7FB41CC-7624-104E-1493-B3CC7C1BE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106221"/>
              </p:ext>
            </p:extLst>
          </p:nvPr>
        </p:nvGraphicFramePr>
        <p:xfrm>
          <a:off x="7043933" y="1578352"/>
          <a:ext cx="4178419" cy="369450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987781">
                  <a:extLst>
                    <a:ext uri="{9D8B030D-6E8A-4147-A177-3AD203B41FA5}">
                      <a16:colId xmlns:a16="http://schemas.microsoft.com/office/drawing/2014/main" val="3265103398"/>
                    </a:ext>
                  </a:extLst>
                </a:gridCol>
                <a:gridCol w="2190638">
                  <a:extLst>
                    <a:ext uri="{9D8B030D-6E8A-4147-A177-3AD203B41FA5}">
                      <a16:colId xmlns:a16="http://schemas.microsoft.com/office/drawing/2014/main" val="3013126933"/>
                    </a:ext>
                  </a:extLst>
                </a:gridCol>
              </a:tblGrid>
              <a:tr h="377759">
                <a:tc>
                  <a:txBody>
                    <a:bodyPr/>
                    <a:lstStyle/>
                    <a:p>
                      <a:pPr algn="ctr"/>
                      <a:r>
                        <a:rPr lang="bg-BG" sz="1700" dirty="0"/>
                        <a:t>Тип</a:t>
                      </a:r>
                    </a:p>
                  </a:txBody>
                  <a:tcPr marL="87814" marR="87814" marT="43907" marB="4390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700" dirty="0"/>
                        <a:t>Прояви</a:t>
                      </a:r>
                    </a:p>
                  </a:txBody>
                  <a:tcPr marL="87814" marR="87814" marT="43907" marB="43907"/>
                </a:tc>
                <a:extLst>
                  <a:ext uri="{0D108BD9-81ED-4DB2-BD59-A6C34878D82A}">
                    <a16:rowId xmlns:a16="http://schemas.microsoft.com/office/drawing/2014/main" val="2111900970"/>
                  </a:ext>
                </a:extLst>
              </a:tr>
              <a:tr h="640307">
                <a:tc>
                  <a:txBody>
                    <a:bodyPr/>
                    <a:lstStyle/>
                    <a:p>
                      <a:pPr algn="ctr"/>
                      <a:r>
                        <a:rPr lang="bg-BG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Соматосензорна</a:t>
                      </a:r>
                      <a:endParaRPr lang="bg-BG" sz="1700" dirty="0"/>
                    </a:p>
                  </a:txBody>
                  <a:tcPr marL="87814" marR="87814" marT="43907" marB="4390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700" dirty="0">
                          <a:effectLst/>
                        </a:rPr>
                        <a:t>Изтръпване, мравучкане</a:t>
                      </a:r>
                    </a:p>
                  </a:txBody>
                  <a:tcPr marL="95132" marR="95132" marT="43907" marB="43907" anchor="ctr"/>
                </a:tc>
                <a:extLst>
                  <a:ext uri="{0D108BD9-81ED-4DB2-BD59-A6C34878D82A}">
                    <a16:rowId xmlns:a16="http://schemas.microsoft.com/office/drawing/2014/main" val="2644549926"/>
                  </a:ext>
                </a:extLst>
              </a:tr>
              <a:tr h="377759">
                <a:tc>
                  <a:txBody>
                    <a:bodyPr/>
                    <a:lstStyle/>
                    <a:p>
                      <a:pPr algn="ctr"/>
                      <a:r>
                        <a:rPr lang="bg-BG" sz="1700" dirty="0"/>
                        <a:t>Визуална</a:t>
                      </a:r>
                    </a:p>
                  </a:txBody>
                  <a:tcPr marL="87814" marR="87814" marT="43907" marB="43907"/>
                </a:tc>
                <a:tc>
                  <a:txBody>
                    <a:bodyPr/>
                    <a:lstStyle/>
                    <a:p>
                      <a:r>
                        <a:rPr lang="bg-BG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Светлини, цветове</a:t>
                      </a:r>
                      <a:endParaRPr lang="bg-BG" sz="1700" dirty="0"/>
                    </a:p>
                  </a:txBody>
                  <a:tcPr marL="87814" marR="87814" marT="43907" marB="43907"/>
                </a:tc>
                <a:extLst>
                  <a:ext uri="{0D108BD9-81ED-4DB2-BD59-A6C34878D82A}">
                    <a16:rowId xmlns:a16="http://schemas.microsoft.com/office/drawing/2014/main" val="912659239"/>
                  </a:ext>
                </a:extLst>
              </a:tr>
              <a:tr h="377759">
                <a:tc>
                  <a:txBody>
                    <a:bodyPr/>
                    <a:lstStyle/>
                    <a:p>
                      <a:pPr algn="ctr"/>
                      <a:r>
                        <a:rPr lang="bg-BG" sz="1700" dirty="0"/>
                        <a:t>Слухова</a:t>
                      </a:r>
                    </a:p>
                  </a:txBody>
                  <a:tcPr marL="87814" marR="87814" marT="43907" marB="43907"/>
                </a:tc>
                <a:tc>
                  <a:txBody>
                    <a:bodyPr/>
                    <a:lstStyle/>
                    <a:p>
                      <a:r>
                        <a:rPr lang="bg-BG" sz="1700" dirty="0"/>
                        <a:t>Звуци, музика</a:t>
                      </a:r>
                    </a:p>
                  </a:txBody>
                  <a:tcPr marL="87814" marR="87814" marT="43907" marB="43907"/>
                </a:tc>
                <a:extLst>
                  <a:ext uri="{0D108BD9-81ED-4DB2-BD59-A6C34878D82A}">
                    <a16:rowId xmlns:a16="http://schemas.microsoft.com/office/drawing/2014/main" val="171413945"/>
                  </a:ext>
                </a:extLst>
              </a:tr>
              <a:tr h="640307">
                <a:tc>
                  <a:txBody>
                    <a:bodyPr/>
                    <a:lstStyle/>
                    <a:p>
                      <a:pPr algn="ctr"/>
                      <a:r>
                        <a:rPr lang="bg-BG" sz="1700" dirty="0"/>
                        <a:t>Обонятелна / Вкусова</a:t>
                      </a:r>
                    </a:p>
                  </a:txBody>
                  <a:tcPr marL="87814" marR="87814" marT="43907" marB="43907"/>
                </a:tc>
                <a:tc>
                  <a:txBody>
                    <a:bodyPr/>
                    <a:lstStyle/>
                    <a:p>
                      <a:r>
                        <a:rPr lang="bg-BG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Често неприятни миризми</a:t>
                      </a:r>
                      <a:endParaRPr lang="bg-BG" sz="1700" dirty="0"/>
                    </a:p>
                  </a:txBody>
                  <a:tcPr marL="87814" marR="87814" marT="43907" marB="43907"/>
                </a:tc>
                <a:extLst>
                  <a:ext uri="{0D108BD9-81ED-4DB2-BD59-A6C34878D82A}">
                    <a16:rowId xmlns:a16="http://schemas.microsoft.com/office/drawing/2014/main" val="200024171"/>
                  </a:ext>
                </a:extLst>
              </a:tr>
              <a:tr h="902855">
                <a:tc>
                  <a:txBody>
                    <a:bodyPr/>
                    <a:lstStyle/>
                    <a:p>
                      <a:pPr algn="ctr"/>
                      <a:r>
                        <a:rPr lang="bg-BG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Епигастрална</a:t>
                      </a:r>
                      <a:endParaRPr lang="bg-BG" sz="1700" dirty="0"/>
                    </a:p>
                  </a:txBody>
                  <a:tcPr marL="87814" marR="87814" marT="43907" marB="43907"/>
                </a:tc>
                <a:tc>
                  <a:txBody>
                    <a:bodyPr/>
                    <a:lstStyle/>
                    <a:p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Странно усещане в стомаха, издигащо се нагоре</a:t>
                      </a:r>
                      <a:endParaRPr lang="bg-BG" sz="1700" dirty="0"/>
                    </a:p>
                  </a:txBody>
                  <a:tcPr marL="87814" marR="87814" marT="43907" marB="43907"/>
                </a:tc>
                <a:extLst>
                  <a:ext uri="{0D108BD9-81ED-4DB2-BD59-A6C34878D82A}">
                    <a16:rowId xmlns:a16="http://schemas.microsoft.com/office/drawing/2014/main" val="3850380774"/>
                  </a:ext>
                </a:extLst>
              </a:tr>
              <a:tr h="377759">
                <a:tc>
                  <a:txBody>
                    <a:bodyPr/>
                    <a:lstStyle/>
                    <a:p>
                      <a:pPr algn="ctr"/>
                      <a:r>
                        <a:rPr lang="bg-BG" sz="1700" dirty="0"/>
                        <a:t>Психична</a:t>
                      </a:r>
                    </a:p>
                  </a:txBody>
                  <a:tcPr marL="87814" marR="87814" marT="43907" marB="43907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700" dirty="0">
                          <a:effectLst/>
                        </a:rPr>
                        <a:t>С</a:t>
                      </a:r>
                      <a:r>
                        <a:rPr lang="fr-FR" sz="1700" dirty="0">
                          <a:effectLst/>
                        </a:rPr>
                        <a:t>трах</a:t>
                      </a:r>
                    </a:p>
                  </a:txBody>
                  <a:tcPr marL="95132" marR="95132" marT="43907" marB="43907" anchor="ctr"/>
                </a:tc>
                <a:extLst>
                  <a:ext uri="{0D108BD9-81ED-4DB2-BD59-A6C34878D82A}">
                    <a16:rowId xmlns:a16="http://schemas.microsoft.com/office/drawing/2014/main" val="3615089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1285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91" name="Group 7190">
            <a:extLst>
              <a:ext uri="{FF2B5EF4-FFF2-40B4-BE49-F238E27FC236}">
                <a16:creationId xmlns:a16="http://schemas.microsoft.com/office/drawing/2014/main" id="{FDA3B113-AA8C-43B9-A7A4-CF791785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7192" name="Rectangle 7191">
              <a:extLst>
                <a:ext uri="{FF2B5EF4-FFF2-40B4-BE49-F238E27FC236}">
                  <a16:creationId xmlns:a16="http://schemas.microsoft.com/office/drawing/2014/main" id="{5678EA20-1738-4888-B35D-71C8FB30C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193" name="Picture 7192">
              <a:extLst>
                <a:ext uri="{FF2B5EF4-FFF2-40B4-BE49-F238E27FC236}">
                  <a16:creationId xmlns:a16="http://schemas.microsoft.com/office/drawing/2014/main" id="{0E1180AD-3145-42E7-961C-86E63A2252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7195" name="Rectangle 7194">
            <a:extLst>
              <a:ext uri="{FF2B5EF4-FFF2-40B4-BE49-F238E27FC236}">
                <a16:creationId xmlns:a16="http://schemas.microsoft.com/office/drawing/2014/main" id="{D7474D4E-8386-41A8-A6C9-F57EA63C3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002377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99F0220-D35B-2866-787A-58DC9D3D6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6106978" cy="1080938"/>
          </a:xfrm>
        </p:spPr>
        <p:txBody>
          <a:bodyPr>
            <a:normAutofit/>
          </a:bodyPr>
          <a:lstStyle/>
          <a:p>
            <a:r>
              <a:rPr lang="bg-BG" dirty="0"/>
              <a:t>3. Какво представлява епилептичния пристъп?</a:t>
            </a:r>
          </a:p>
        </p:txBody>
      </p:sp>
      <p:pic>
        <p:nvPicPr>
          <p:cNvPr id="7197" name="Picture 7196">
            <a:extLst>
              <a:ext uri="{FF2B5EF4-FFF2-40B4-BE49-F238E27FC236}">
                <a16:creationId xmlns:a16="http://schemas.microsoft.com/office/drawing/2014/main" id="{92079539-2661-4D25-BA30-2E6CDC065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040880" cy="202738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04728C77-31BC-5772-AEA7-2BEA199E9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2121426"/>
            <a:ext cx="6958431" cy="4507973"/>
          </a:xfrm>
        </p:spPr>
        <p:txBody>
          <a:bodyPr>
            <a:normAutofit fontScale="92500" lnSpcReduction="10000"/>
          </a:bodyPr>
          <a:lstStyle/>
          <a:p>
            <a:r>
              <a:rPr lang="bg-BG" sz="2200" dirty="0"/>
              <a:t>Фази на пристъпа:</a:t>
            </a:r>
          </a:p>
          <a:p>
            <a:pPr marL="914400" lvl="1" indent="-457200">
              <a:buAutoNum type="arabicPeriod" startAt="3"/>
            </a:pPr>
            <a:r>
              <a:rPr lang="bg-BG" sz="2200" b="1" dirty="0">
                <a:effectLst/>
              </a:rPr>
              <a:t>Иктална фаза (Самият пристъп)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200" dirty="0">
                <a:effectLst/>
              </a:rPr>
              <a:t>Това е същинският пристъп, който може да продължи от </a:t>
            </a:r>
            <a:r>
              <a:rPr lang="ru-RU" sz="2200" b="1" dirty="0">
                <a:effectLst/>
              </a:rPr>
              <a:t>няколко секунди до няколко минути</a:t>
            </a:r>
            <a:r>
              <a:rPr lang="ru-RU" sz="2200" dirty="0">
                <a:effectLst/>
              </a:rPr>
              <a:t>. Клиничните прояви зависят от типа пристъп и засегнатата мозъчна област.</a:t>
            </a:r>
          </a:p>
          <a:p>
            <a:pPr marL="914400" lvl="1" indent="-457200">
              <a:buAutoNum type="arabicPeriod" startAt="4"/>
            </a:pPr>
            <a:r>
              <a:rPr lang="bg-BG" sz="2200" b="1" dirty="0">
                <a:effectLst/>
              </a:rPr>
              <a:t>Постиктална фаза (възстановителен период)</a:t>
            </a:r>
          </a:p>
          <a:p>
            <a:pPr marL="914400" lvl="2" indent="0">
              <a:buNone/>
            </a:pPr>
            <a:r>
              <a:rPr lang="ru-RU" sz="2200" dirty="0">
                <a:effectLst/>
              </a:rPr>
              <a:t>След пристъпа пациентите често изпитват: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200" b="1" dirty="0">
                <a:effectLst/>
              </a:rPr>
              <a:t>Объркване</a:t>
            </a:r>
            <a:r>
              <a:rPr lang="ru-RU" sz="2200" dirty="0">
                <a:effectLst/>
              </a:rPr>
              <a:t> (постиктална конфузия)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200" b="1" dirty="0">
                <a:effectLst/>
              </a:rPr>
              <a:t>Умора и сънливост</a:t>
            </a:r>
            <a:endParaRPr lang="ru-RU" sz="2200" dirty="0">
              <a:effectLst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200" b="1" dirty="0">
                <a:effectLst/>
              </a:rPr>
              <a:t>Главоболие</a:t>
            </a:r>
            <a:endParaRPr lang="ru-RU" sz="2200" dirty="0">
              <a:effectLst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200" b="1" dirty="0">
                <a:effectLst/>
              </a:rPr>
              <a:t>Мускулна болка</a:t>
            </a:r>
            <a:endParaRPr lang="ru-RU" sz="2200" dirty="0">
              <a:effectLst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200" b="1" dirty="0">
                <a:effectLst/>
              </a:rPr>
              <a:t>Временна слабост</a:t>
            </a:r>
            <a:r>
              <a:rPr lang="ru-RU" sz="2200" dirty="0">
                <a:effectLst/>
              </a:rPr>
              <a:t> (парализа на Тод)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2200" b="1" dirty="0">
                <a:effectLst/>
              </a:rPr>
              <a:t>Нарушения на паметта</a:t>
            </a:r>
            <a:br>
              <a:rPr lang="ru-RU" sz="2200" dirty="0"/>
            </a:br>
            <a:endParaRPr lang="bg-BG" sz="2200" b="1" dirty="0">
              <a:effectLst/>
            </a:endParaRPr>
          </a:p>
          <a:p>
            <a:endParaRPr lang="bg-BG" sz="1100" dirty="0"/>
          </a:p>
          <a:p>
            <a:endParaRPr lang="bg-BG" sz="1100" dirty="0"/>
          </a:p>
        </p:txBody>
      </p:sp>
      <p:pic>
        <p:nvPicPr>
          <p:cNvPr id="7172" name="Picture 4" descr="🍏 Причини за загуба на памет - как да подпомогнем мозъчната дейност и  когнитивна функция (2) | Lifestore.bg">
            <a:extLst>
              <a:ext uri="{FF2B5EF4-FFF2-40B4-BE49-F238E27FC236}">
                <a16:creationId xmlns:a16="http://schemas.microsoft.com/office/drawing/2014/main" id="{896F3D1F-51EE-F62A-2A76-BC8F9D2E4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1" r="-3" b="-3"/>
          <a:stretch>
            <a:fillRect/>
          </a:stretch>
        </p:blipFill>
        <p:spPr bwMode="auto">
          <a:xfrm>
            <a:off x="7318966" y="484632"/>
            <a:ext cx="4495806" cy="351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99" name="Rectangle 7198">
            <a:extLst>
              <a:ext uri="{FF2B5EF4-FFF2-40B4-BE49-F238E27FC236}">
                <a16:creationId xmlns:a16="http://schemas.microsoft.com/office/drawing/2014/main" id="{3C248796-8F64-402F-B0D4-20166F1F2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20109" y="4150596"/>
            <a:ext cx="1038557" cy="2231807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70" name="Picture 2" descr="Главоболие: Симптоми | Причини | Лечение | Превенция">
            <a:extLst>
              <a:ext uri="{FF2B5EF4-FFF2-40B4-BE49-F238E27FC236}">
                <a16:creationId xmlns:a16="http://schemas.microsoft.com/office/drawing/2014/main" id="{4C05323F-6582-4FE4-E15C-A7A937B0E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2" r="7258" b="-1"/>
          <a:stretch>
            <a:fillRect/>
          </a:stretch>
        </p:blipFill>
        <p:spPr bwMode="auto">
          <a:xfrm>
            <a:off x="8523258" y="4150596"/>
            <a:ext cx="3291514" cy="2231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1750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54">
            <a:extLst>
              <a:ext uri="{FF2B5EF4-FFF2-40B4-BE49-F238E27FC236}">
                <a16:creationId xmlns:a16="http://schemas.microsoft.com/office/drawing/2014/main" id="{5F85E7EB-64DD-4240-8583-6C2438067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8" name="Picture 56">
            <a:extLst>
              <a:ext uri="{FF2B5EF4-FFF2-40B4-BE49-F238E27FC236}">
                <a16:creationId xmlns:a16="http://schemas.microsoft.com/office/drawing/2014/main" id="{A5AA9413-A886-4022-A477-7ACECA365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69" name="Rectangle 58">
            <a:extLst>
              <a:ext uri="{FF2B5EF4-FFF2-40B4-BE49-F238E27FC236}">
                <a16:creationId xmlns:a16="http://schemas.microsoft.com/office/drawing/2014/main" id="{891C6E63-BD83-438C-8E5A-539006F7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0">
            <a:extLst>
              <a:ext uri="{FF2B5EF4-FFF2-40B4-BE49-F238E27FC236}">
                <a16:creationId xmlns:a16="http://schemas.microsoft.com/office/drawing/2014/main" id="{CA1E0C71-AEB6-4ADF-A06B-0842850D6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D4609E3-548E-F8D2-3B4B-7FD192DA2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Autofit/>
          </a:bodyPr>
          <a:lstStyle/>
          <a:p>
            <a:r>
              <a:rPr lang="bg-BG" sz="2800" dirty="0"/>
              <a:t>4. Видове епилептични пристъпи</a:t>
            </a:r>
          </a:p>
        </p:txBody>
      </p:sp>
      <p:pic>
        <p:nvPicPr>
          <p:cNvPr id="71" name="Picture 62">
            <a:extLst>
              <a:ext uri="{FF2B5EF4-FFF2-40B4-BE49-F238E27FC236}">
                <a16:creationId xmlns:a16="http://schemas.microsoft.com/office/drawing/2014/main" id="{63AC3CC6-6498-44DC-8A2A-3BCA9A761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6222AA95-D214-03E6-D7EF-8616802E3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" y="2336873"/>
            <a:ext cx="4151553" cy="4107470"/>
          </a:xfrm>
        </p:spPr>
        <p:txBody>
          <a:bodyPr>
            <a:normAutofit fontScale="92500" lnSpcReduction="10000"/>
          </a:bodyPr>
          <a:lstStyle/>
          <a:p>
            <a:r>
              <a:rPr lang="bg-BG" sz="2000" b="1" dirty="0">
                <a:effectLst/>
              </a:rPr>
              <a:t>Фокални (парциални) пристъпи -</a:t>
            </a:r>
            <a:r>
              <a:rPr lang="en-US" sz="2000" b="1" dirty="0">
                <a:effectLst/>
              </a:rPr>
              <a:t>&gt; </a:t>
            </a:r>
            <a:r>
              <a:rPr lang="ru-RU" sz="2000" dirty="0">
                <a:effectLst/>
              </a:rPr>
              <a:t>Започват в </a:t>
            </a:r>
            <a:r>
              <a:rPr lang="ru-RU" sz="2000" b="1" dirty="0">
                <a:effectLst/>
              </a:rPr>
              <a:t>ограничена област</a:t>
            </a:r>
            <a:r>
              <a:rPr lang="ru-RU" sz="2000" dirty="0">
                <a:effectLst/>
              </a:rPr>
              <a:t> на едната мозъчна хемисфера</a:t>
            </a:r>
            <a:endParaRPr lang="bg-BG" sz="2000" dirty="0">
              <a:effectLst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ru-RU" b="1" dirty="0">
                <a:effectLst/>
              </a:rPr>
              <a:t>Фокални пристъпи със запазено съзнание - </a:t>
            </a:r>
            <a:r>
              <a:rPr lang="ru-RU" dirty="0">
                <a:effectLst/>
              </a:rPr>
              <a:t>Пациентът остава буден и осъзнат по време на пристъпа.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ru-RU" b="1" dirty="0">
                <a:effectLst/>
              </a:rPr>
              <a:t>Фокални пристъпи с нарушено съзнание - </a:t>
            </a:r>
            <a:r>
              <a:rPr lang="ru-RU" dirty="0">
                <a:effectLst/>
              </a:rPr>
              <a:t>Известни преди като "комплексни парциални пристъпи". Съзнанието е нарушено - пациентът не реагира нормално.</a:t>
            </a:r>
          </a:p>
          <a:p>
            <a:pPr marL="0" indent="0">
              <a:buNone/>
            </a:pPr>
            <a:endParaRPr lang="ru-RU" sz="1400" b="1" dirty="0">
              <a:effectLst/>
            </a:endParaRPr>
          </a:p>
          <a:p>
            <a:endParaRPr lang="bg-BG" sz="1400" b="1" dirty="0">
              <a:effectLst/>
            </a:endParaRPr>
          </a:p>
          <a:p>
            <a:endParaRPr lang="bg-BG" sz="1400" dirty="0"/>
          </a:p>
        </p:txBody>
      </p:sp>
      <p:sp>
        <p:nvSpPr>
          <p:cNvPr id="72" name="Rectangle 64">
            <a:extLst>
              <a:ext uri="{FF2B5EF4-FFF2-40B4-BE49-F238E27FC236}">
                <a16:creationId xmlns:a16="http://schemas.microsoft.com/office/drawing/2014/main" id="{FA2C39F2-3E8E-489A-8907-3C251BE71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Картина 8" descr="Картина, която съдържа текст, екранна снимка, кръг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EF9A7606-7539-7F9F-DF21-17B1C9138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085" y="2018286"/>
            <a:ext cx="5629268" cy="2814634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AutoShape 2" descr="Idiopathic Epilepsy: Overview, Causes and Treatments Options">
            <a:extLst>
              <a:ext uri="{FF2B5EF4-FFF2-40B4-BE49-F238E27FC236}">
                <a16:creationId xmlns:a16="http://schemas.microsoft.com/office/drawing/2014/main" id="{EB53137B-EFB0-540F-ED35-1EEEA64D7D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 dirty="0"/>
          </a:p>
        </p:txBody>
      </p:sp>
      <p:sp>
        <p:nvSpPr>
          <p:cNvPr id="5" name="AutoShape 4" descr="Idiopathic Epilepsy: Overview, Causes and Treatments Options">
            <a:extLst>
              <a:ext uri="{FF2B5EF4-FFF2-40B4-BE49-F238E27FC236}">
                <a16:creationId xmlns:a16="http://schemas.microsoft.com/office/drawing/2014/main" id="{5F13F15F-0252-1210-3B46-3CE59F8085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 dirty="0"/>
          </a:p>
        </p:txBody>
      </p:sp>
      <p:sp>
        <p:nvSpPr>
          <p:cNvPr id="6" name="AutoShape 6" descr="Idiopathic Epilepsy: Overview, Causes and Treatments Options">
            <a:extLst>
              <a:ext uri="{FF2B5EF4-FFF2-40B4-BE49-F238E27FC236}">
                <a16:creationId xmlns:a16="http://schemas.microsoft.com/office/drawing/2014/main" id="{4BC1D21B-B8DE-10A5-AD48-4933B252ED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369441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5F85E7EB-64DD-4240-8583-6C2438067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5AA9413-A886-4022-A477-7ACECA365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891C6E63-BD83-438C-8E5A-539006F7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1E0C71-AEB6-4ADF-A06B-0842850D6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2690185-A186-682D-3A07-27BB9C225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Autofit/>
          </a:bodyPr>
          <a:lstStyle/>
          <a:p>
            <a:r>
              <a:rPr lang="bg-BG" sz="2800" dirty="0"/>
              <a:t>4. Видове епилептични пристъпи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3AC3CC6-6498-44DC-8A2A-3BCA9A761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79" name="Контейнер за съдържание 2">
            <a:extLst>
              <a:ext uri="{FF2B5EF4-FFF2-40B4-BE49-F238E27FC236}">
                <a16:creationId xmlns:a16="http://schemas.microsoft.com/office/drawing/2014/main" id="{D23AF8A6-D5F8-921E-25F2-3442BB80E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2336872"/>
            <a:ext cx="4559679" cy="4151013"/>
          </a:xfrm>
        </p:spPr>
        <p:txBody>
          <a:bodyPr>
            <a:normAutofit lnSpcReduction="10000"/>
          </a:bodyPr>
          <a:lstStyle/>
          <a:p>
            <a:r>
              <a:rPr lang="bg-BG" sz="2000" dirty="0"/>
              <a:t>Генерализирани пристъпи -</a:t>
            </a:r>
            <a:r>
              <a:rPr lang="en-US" sz="2000" dirty="0"/>
              <a:t>&gt; </a:t>
            </a:r>
            <a:r>
              <a:rPr lang="ru-RU" sz="2000" dirty="0">
                <a:effectLst/>
              </a:rPr>
              <a:t>Започват </a:t>
            </a:r>
            <a:r>
              <a:rPr lang="ru-RU" sz="2000" b="1" dirty="0">
                <a:effectLst/>
              </a:rPr>
              <a:t>едновременно в двете мозъчни хемисфери</a:t>
            </a:r>
            <a:r>
              <a:rPr lang="ru-RU" sz="2000" dirty="0">
                <a:effectLst/>
              </a:rPr>
              <a:t>. Съзнанието обикновено е нарушено от самото начало.</a:t>
            </a:r>
            <a:endParaRPr lang="bg-BG" sz="20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bg-BG" b="1" dirty="0">
                <a:effectLst/>
              </a:rPr>
              <a:t>Тонични пристъпи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bg-BG" b="1" dirty="0">
                <a:effectLst/>
              </a:rPr>
              <a:t>Атонични пристъпи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bg-BG" b="1" dirty="0">
                <a:effectLst/>
              </a:rPr>
              <a:t>Клонични пристъпи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bg-BG" b="1" dirty="0">
                <a:effectLst/>
              </a:rPr>
              <a:t>Миоклонични пристъпи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bg-BG" b="1" dirty="0">
                <a:effectLst/>
              </a:rPr>
              <a:t>Тонично-клонични пристъпи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bg-BG" b="1" dirty="0">
                <a:effectLst/>
              </a:rPr>
              <a:t>Абсанси (</a:t>
            </a:r>
            <a:r>
              <a:rPr lang="en-GB" b="1" dirty="0">
                <a:effectLst/>
              </a:rPr>
              <a:t>Petit Mal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bg-BG" b="1" dirty="0">
                <a:effectLst/>
              </a:rPr>
              <a:t>)</a:t>
            </a:r>
          </a:p>
          <a:p>
            <a:r>
              <a:rPr lang="bg-BG" sz="2000" b="1" dirty="0">
                <a:effectLst/>
              </a:rPr>
              <a:t>Пристъпи с неизвестно начало</a:t>
            </a:r>
          </a:p>
          <a:p>
            <a:endParaRPr lang="bg-BG" sz="1400" b="1" dirty="0">
              <a:effectLst/>
            </a:endParaRPr>
          </a:p>
          <a:p>
            <a:endParaRPr lang="bg-BG" sz="1400" b="1" dirty="0">
              <a:effectLst/>
            </a:endParaRPr>
          </a:p>
          <a:p>
            <a:endParaRPr lang="ru-RU" sz="1400" dirty="0">
              <a:effectLst/>
            </a:endParaRPr>
          </a:p>
          <a:p>
            <a:endParaRPr lang="en-GB" sz="1400" b="1" dirty="0">
              <a:effectLst/>
            </a:endParaRPr>
          </a:p>
          <a:p>
            <a:endParaRPr lang="bg-BG" sz="1400" b="1" dirty="0">
              <a:effectLst/>
            </a:endParaRPr>
          </a:p>
          <a:p>
            <a:endParaRPr lang="en-GB" sz="1400" b="1" dirty="0">
              <a:effectLst/>
            </a:endParaRPr>
          </a:p>
          <a:p>
            <a:endParaRPr lang="en-GB" sz="1400" b="1" dirty="0">
              <a:effectLst/>
            </a:endParaRPr>
          </a:p>
          <a:p>
            <a:endParaRPr lang="bg-BG" sz="14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A2C39F2-3E8E-489A-8907-3C251BE71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9373B8A2-25CE-0C96-5A97-8FD0369CF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267842"/>
              </p:ext>
            </p:extLst>
          </p:nvPr>
        </p:nvGraphicFramePr>
        <p:xfrm>
          <a:off x="5593085" y="2265530"/>
          <a:ext cx="5629270" cy="2320148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46703">
                  <a:extLst>
                    <a:ext uri="{9D8B030D-6E8A-4147-A177-3AD203B41FA5}">
                      <a16:colId xmlns:a16="http://schemas.microsoft.com/office/drawing/2014/main" val="3130607525"/>
                    </a:ext>
                  </a:extLst>
                </a:gridCol>
                <a:gridCol w="2265945">
                  <a:extLst>
                    <a:ext uri="{9D8B030D-6E8A-4147-A177-3AD203B41FA5}">
                      <a16:colId xmlns:a16="http://schemas.microsoft.com/office/drawing/2014/main" val="3831670746"/>
                    </a:ext>
                  </a:extLst>
                </a:gridCol>
                <a:gridCol w="2016622">
                  <a:extLst>
                    <a:ext uri="{9D8B030D-6E8A-4147-A177-3AD203B41FA5}">
                      <a16:colId xmlns:a16="http://schemas.microsoft.com/office/drawing/2014/main" val="1600539258"/>
                    </a:ext>
                  </a:extLst>
                </a:gridCol>
              </a:tblGrid>
              <a:tr h="412623">
                <a:tc>
                  <a:txBody>
                    <a:bodyPr/>
                    <a:lstStyle/>
                    <a:p>
                      <a:pPr algn="ctr"/>
                      <a:r>
                        <a:rPr lang="bg-BG" sz="1800" dirty="0"/>
                        <a:t>Фаза </a:t>
                      </a:r>
                    </a:p>
                  </a:txBody>
                  <a:tcPr marL="92103" marR="92103" marT="46051" marB="460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800" dirty="0"/>
                        <a:t>Продължителност</a:t>
                      </a:r>
                    </a:p>
                  </a:txBody>
                  <a:tcPr marL="92103" marR="92103" marT="46051" marB="460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800" dirty="0"/>
                        <a:t>Характеристики</a:t>
                      </a:r>
                    </a:p>
                  </a:txBody>
                  <a:tcPr marL="92103" marR="92103" marT="46051" marB="46051"/>
                </a:tc>
                <a:extLst>
                  <a:ext uri="{0D108BD9-81ED-4DB2-BD59-A6C34878D82A}">
                    <a16:rowId xmlns:a16="http://schemas.microsoft.com/office/drawing/2014/main" val="2002335593"/>
                  </a:ext>
                </a:extLst>
              </a:tr>
              <a:tr h="683193">
                <a:tc>
                  <a:txBody>
                    <a:bodyPr/>
                    <a:lstStyle/>
                    <a:p>
                      <a:pPr algn="ctr"/>
                      <a:r>
                        <a:rPr lang="bg-BG" sz="1800" dirty="0"/>
                        <a:t>Тонична</a:t>
                      </a:r>
                    </a:p>
                  </a:txBody>
                  <a:tcPr marL="92103" marR="92103" marT="46051" marB="460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800" dirty="0"/>
                        <a:t>10 – 20 секунди</a:t>
                      </a:r>
                    </a:p>
                  </a:txBody>
                  <a:tcPr marL="92103" marR="92103" marT="46051" marB="46051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Внезапна загуба на съзнание</a:t>
                      </a:r>
                      <a:endParaRPr lang="bg-BG" sz="1800" dirty="0"/>
                    </a:p>
                  </a:txBody>
                  <a:tcPr marL="92103" marR="92103" marT="46051" marB="46051"/>
                </a:tc>
                <a:extLst>
                  <a:ext uri="{0D108BD9-81ED-4DB2-BD59-A6C34878D82A}">
                    <a16:rowId xmlns:a16="http://schemas.microsoft.com/office/drawing/2014/main" val="2925629060"/>
                  </a:ext>
                </a:extLst>
              </a:tr>
              <a:tr h="1224332">
                <a:tc>
                  <a:txBody>
                    <a:bodyPr/>
                    <a:lstStyle/>
                    <a:p>
                      <a:pPr algn="ctr"/>
                      <a:r>
                        <a:rPr lang="bg-BG" sz="1800" dirty="0"/>
                        <a:t>Клонична</a:t>
                      </a:r>
                    </a:p>
                  </a:txBody>
                  <a:tcPr marL="92103" marR="92103" marT="46051" marB="460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800" dirty="0"/>
                        <a:t>30 – 60 секунди</a:t>
                      </a:r>
                    </a:p>
                  </a:txBody>
                  <a:tcPr marL="92103" marR="92103" marT="46051" marB="46051"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Ритмични конвулсии на крайниците и тялото</a:t>
                      </a:r>
                      <a:endParaRPr lang="bg-BG" sz="1800" dirty="0"/>
                    </a:p>
                  </a:txBody>
                  <a:tcPr marL="92103" marR="92103" marT="46051" marB="46051"/>
                </a:tc>
                <a:extLst>
                  <a:ext uri="{0D108BD9-81ED-4DB2-BD59-A6C34878D82A}">
                    <a16:rowId xmlns:a16="http://schemas.microsoft.com/office/drawing/2014/main" val="630241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5030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DBD87452-FC4F-4BDC-ADC8-4CB118A2A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4BF5510-F7D5-4319-BB4C-0AE630F6D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8A4D1F0-9B28-473F-91C9-F6B4A1A40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019A71C9-AAD8-428A-8652-55BF68717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01DDCC-A2F8-4180-A0A2-DD6376810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pic>
        <p:nvPicPr>
          <p:cNvPr id="3" name="Picture 4" descr="Causes of Epilepsy">
            <a:extLst>
              <a:ext uri="{FF2B5EF4-FFF2-40B4-BE49-F238E27FC236}">
                <a16:creationId xmlns:a16="http://schemas.microsoft.com/office/drawing/2014/main" id="{1F3CF2D9-47A8-3CCC-5180-2D6B9338EC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" r="-1" b="-1"/>
          <a:stretch>
            <a:fillRect/>
          </a:stretch>
        </p:blipFill>
        <p:spPr bwMode="auto">
          <a:xfrm>
            <a:off x="7550980" y="10"/>
            <a:ext cx="4637843" cy="685799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E229710-8801-43F4-AADA-443D79B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2"/>
            <a:ext cx="7767872" cy="225365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6F17F22D-C5D6-4690-BA75-73ECEEE55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590078"/>
            <a:ext cx="7868173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9C0AA91-598A-81E4-77E7-72CD11572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33709"/>
            <a:ext cx="7051432" cy="10000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5. Причини </a:t>
            </a:r>
            <a:r>
              <a:rPr lang="bg-BG" dirty="0"/>
              <a:t>и рискови фактори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7331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pilepsy: Symptoms, Types, Causes &amp; Treatment Options">
            <a:extLst>
              <a:ext uri="{FF2B5EF4-FFF2-40B4-BE49-F238E27FC236}">
                <a16:creationId xmlns:a16="http://schemas.microsoft.com/office/drawing/2014/main" id="{03A7A077-3A1E-8D19-34F1-7D6EA7E52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5" r="-1" b="-1"/>
          <a:stretch>
            <a:fillRect/>
          </a:stretch>
        </p:blipFill>
        <p:spPr bwMode="auto">
          <a:xfrm>
            <a:off x="321733" y="321732"/>
            <a:ext cx="11545354" cy="5892801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4ECB3D-8433-4CE7-8ED9-18DD5F224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7E5AC2D-4D6C-4824-866E-F9DE4F017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683822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9914DEB7-D336-45AF-80A6-5B0F33AA0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F54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Epilepsy Triggers What Causes Epilepsy Symthoms Stock Vector (Royalty Free)  1303823521 | Shutterstock">
            <a:extLst>
              <a:ext uri="{FF2B5EF4-FFF2-40B4-BE49-F238E27FC236}">
                <a16:creationId xmlns:a16="http://schemas.microsoft.com/office/drawing/2014/main" id="{6F14443A-7FD0-B55C-7618-855938C04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60630" y="609600"/>
            <a:ext cx="5661549" cy="5604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5" name="Rectangle 9224">
            <a:extLst>
              <a:ext uri="{FF2B5EF4-FFF2-40B4-BE49-F238E27FC236}">
                <a16:creationId xmlns:a16="http://schemas.microsoft.com/office/drawing/2014/main" id="{B7F8253A-966D-472F-B473-A521CFD46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136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0279C6C-00BD-F2E8-7E42-10DBD5623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bg-BG" dirty="0"/>
              <a:t>6. Диагностика</a:t>
            </a:r>
          </a:p>
        </p:txBody>
      </p:sp>
      <p:graphicFrame>
        <p:nvGraphicFramePr>
          <p:cNvPr id="5" name="Контейнер за съдържание 2">
            <a:extLst>
              <a:ext uri="{FF2B5EF4-FFF2-40B4-BE49-F238E27FC236}">
                <a16:creationId xmlns:a16="http://schemas.microsoft.com/office/drawing/2014/main" id="{8510C692-1BEB-F8EA-3E54-47666E3F02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553745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76452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F69AD4E-5B91-BEC4-82CB-00519D7F2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7. Лечение</a:t>
            </a:r>
            <a:endParaRPr lang="bg-BG" dirty="0"/>
          </a:p>
        </p:txBody>
      </p:sp>
      <p:graphicFrame>
        <p:nvGraphicFramePr>
          <p:cNvPr id="5" name="Контейнер за съдържание 2">
            <a:extLst>
              <a:ext uri="{FF2B5EF4-FFF2-40B4-BE49-F238E27FC236}">
                <a16:creationId xmlns:a16="http://schemas.microsoft.com/office/drawing/2014/main" id="{2BAA18C3-2A0D-EE61-2677-7F20342452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27318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06B9FE-7E5A-4047-B5D3-C3C24BD3E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0EBA20-0A64-45D5-B937-FE93DCA01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5632" y="0"/>
            <a:ext cx="340636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AD5E5B-543A-4690-8C75-BACF7FFB4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739700-980C-4F96-84CD-97157DFE8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59089"/>
            <a:ext cx="9107362" cy="3211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2A2FDCB-3B06-44F3-A0AA-2C056C3E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09600"/>
            <a:ext cx="9107363" cy="136819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C616932-8BC6-BB68-3C96-7ACFAF2C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461844" cy="1080938"/>
          </a:xfrm>
        </p:spPr>
        <p:txBody>
          <a:bodyPr>
            <a:normAutofit/>
          </a:bodyPr>
          <a:lstStyle/>
          <a:p>
            <a:r>
              <a:rPr lang="bg-BG">
                <a:solidFill>
                  <a:srgbClr val="FFFFFF"/>
                </a:solidFill>
              </a:rPr>
              <a:t>Източници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87B2C2A-B360-EA8E-9443-798D590CF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7461844" cy="3142077"/>
          </a:xfrm>
        </p:spPr>
        <p:txBody>
          <a:bodyPr>
            <a:normAutofit/>
          </a:bodyPr>
          <a:lstStyle/>
          <a:p>
            <a:r>
              <a:rPr lang="en-GB" sz="25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https://tinyurl.com/bdf9usbb</a:t>
            </a:r>
            <a:endParaRPr lang="en-GB" sz="2500" dirty="0">
              <a:solidFill>
                <a:schemeClr val="bg1"/>
              </a:solidFill>
            </a:endParaRPr>
          </a:p>
          <a:p>
            <a:r>
              <a:rPr lang="en-GB" sz="25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https://tinyurl.com/muu3u8se</a:t>
            </a:r>
            <a:endParaRPr lang="en-GB" sz="2500" dirty="0">
              <a:solidFill>
                <a:schemeClr val="bg1"/>
              </a:solidFill>
            </a:endParaRPr>
          </a:p>
          <a:p>
            <a:r>
              <a:rPr lang="en-GB" sz="25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https://tinyurl.com/yt7hcepv</a:t>
            </a:r>
            <a:endParaRPr lang="en-GB" sz="2500" dirty="0">
              <a:solidFill>
                <a:schemeClr val="bg1"/>
              </a:solidFill>
            </a:endParaRPr>
          </a:p>
          <a:p>
            <a:r>
              <a:rPr lang="en-GB" sz="2500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https://tinyurl.com/fsrd9s4w</a:t>
            </a:r>
            <a:endParaRPr lang="en-GB" sz="2500" dirty="0">
              <a:solidFill>
                <a:schemeClr val="bg1"/>
              </a:solidFill>
            </a:endParaRPr>
          </a:p>
          <a:p>
            <a:r>
              <a:rPr lang="en-GB" sz="2500" dirty="0">
                <a:solidFill>
                  <a:schemeClr val="bg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https://tinyurl.com/ycfu9xry</a:t>
            </a:r>
            <a:endParaRPr lang="en-GB" sz="2500" dirty="0">
              <a:solidFill>
                <a:schemeClr val="bg1"/>
              </a:solidFill>
            </a:endParaRPr>
          </a:p>
          <a:p>
            <a:r>
              <a:rPr lang="en-GB" sz="2500" dirty="0">
                <a:solidFill>
                  <a:schemeClr val="bg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https://tinyurl.com/44ps8b2a</a:t>
            </a:r>
            <a:endParaRPr lang="en-GB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9516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8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0" name="Picture 10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1" name="Rectangle 12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  <p:sp>
        <p:nvSpPr>
          <p:cNvPr id="32" name="Rectangle 14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  <p:sp useBgFill="1">
        <p:nvSpPr>
          <p:cNvPr id="33" name="Rectangle 16">
            <a:extLst>
              <a:ext uri="{FF2B5EF4-FFF2-40B4-BE49-F238E27FC236}">
                <a16:creationId xmlns:a16="http://schemas.microsoft.com/office/drawing/2014/main" id="{B5C18694-F55B-41C0-ABF3-C1D971F99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18">
            <a:extLst>
              <a:ext uri="{FF2B5EF4-FFF2-40B4-BE49-F238E27FC236}">
                <a16:creationId xmlns:a16="http://schemas.microsoft.com/office/drawing/2014/main" id="{E3E46CA8-7278-4BA3-AACE-235B5B3B5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A67C307-A0EC-F193-3F04-023B04AAF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10905066" cy="3251878"/>
          </a:xfrm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Благодарим ви за вниманието!</a:t>
            </a:r>
          </a:p>
        </p:txBody>
      </p:sp>
    </p:spTree>
    <p:extLst>
      <p:ext uri="{BB962C8B-B14F-4D97-AF65-F5344CB8AC3E}">
        <p14:creationId xmlns:p14="http://schemas.microsoft.com/office/powerpoint/2010/main" val="2273926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Берлин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Берлин</Template>
  <TotalTime>1516</TotalTime>
  <Words>932</Words>
  <Application>Microsoft Office PowerPoint</Application>
  <PresentationFormat>Широк екран</PresentationFormat>
  <Paragraphs>172</Paragraphs>
  <Slides>21</Slides>
  <Notes>1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21</vt:i4>
      </vt:variant>
    </vt:vector>
  </HeadingPairs>
  <TitlesOfParts>
    <vt:vector size="26" baseType="lpstr">
      <vt:lpstr>Aptos</vt:lpstr>
      <vt:lpstr>Arial</vt:lpstr>
      <vt:lpstr>Trebuchet MS</vt:lpstr>
      <vt:lpstr>Wingdings</vt:lpstr>
      <vt:lpstr>Берлин</vt:lpstr>
      <vt:lpstr>Епилепсия</vt:lpstr>
      <vt:lpstr>Съдължание</vt:lpstr>
      <vt:lpstr>1. Какво е епилепсия?</vt:lpstr>
      <vt:lpstr>2. История на епилепсията</vt:lpstr>
      <vt:lpstr>2. История на епилепсията</vt:lpstr>
      <vt:lpstr>2. История на епилепсията</vt:lpstr>
      <vt:lpstr>2. История на епилепсията</vt:lpstr>
      <vt:lpstr>2. История на епилепсията</vt:lpstr>
      <vt:lpstr>2. История на епилепсията</vt:lpstr>
      <vt:lpstr>3. Какво представлява епилептичния пристъп?</vt:lpstr>
      <vt:lpstr>3. Какво представлява епилептичния пристъп?</vt:lpstr>
      <vt:lpstr>3. Какво представлява епилептичния пристъп?</vt:lpstr>
      <vt:lpstr>4. Видове епилептични пристъпи</vt:lpstr>
      <vt:lpstr>4. Видове епилептични пристъпи</vt:lpstr>
      <vt:lpstr>5. Причини и рискови фактори</vt:lpstr>
      <vt:lpstr>Презентация на PowerPoint</vt:lpstr>
      <vt:lpstr>Презентация на PowerPoint</vt:lpstr>
      <vt:lpstr>6. Диагностика</vt:lpstr>
      <vt:lpstr>7. Лечение</vt:lpstr>
      <vt:lpstr>Източници</vt:lpstr>
      <vt:lpstr>Благодарим ви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AISI ICY</dc:creator>
  <cp:lastModifiedBy>AISI ICY</cp:lastModifiedBy>
  <cp:revision>1</cp:revision>
  <dcterms:created xsi:type="dcterms:W3CDTF">2025-12-01T13:16:14Z</dcterms:created>
  <dcterms:modified xsi:type="dcterms:W3CDTF">2025-12-02T14:32:16Z</dcterms:modified>
</cp:coreProperties>
</file>